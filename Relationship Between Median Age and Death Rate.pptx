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A13985-C8C1-4296-8FDE-10E7A1EB418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5FDB59E-9679-49A4-BA01-25C9E8104004}">
      <dgm:prSet/>
      <dgm:spPr/>
      <dgm:t>
        <a:bodyPr/>
        <a:lstStyle/>
        <a:p>
          <a:r>
            <a:rPr lang="en-GB"/>
            <a:t>RQ:</a:t>
          </a:r>
          <a:br>
            <a:rPr lang="en-GB"/>
          </a:br>
          <a:r>
            <a:rPr lang="en-GB"/>
            <a:t>Is there a statistically significant correlation between a country’s Median Age (2021) and Death Rate (2021)?</a:t>
          </a:r>
          <a:endParaRPr lang="en-US"/>
        </a:p>
      </dgm:t>
    </dgm:pt>
    <dgm:pt modelId="{C8EBD97B-AB3E-42C7-A572-09344F7877C2}" type="parTrans" cxnId="{C7A8363D-F6C9-4E8D-BB4E-D2305ED3A6EF}">
      <dgm:prSet/>
      <dgm:spPr/>
      <dgm:t>
        <a:bodyPr/>
        <a:lstStyle/>
        <a:p>
          <a:endParaRPr lang="en-US"/>
        </a:p>
      </dgm:t>
    </dgm:pt>
    <dgm:pt modelId="{60E20571-18A7-4FF0-A402-B1B800CBCE9D}" type="sibTrans" cxnId="{C7A8363D-F6C9-4E8D-BB4E-D2305ED3A6EF}">
      <dgm:prSet/>
      <dgm:spPr/>
      <dgm:t>
        <a:bodyPr/>
        <a:lstStyle/>
        <a:p>
          <a:endParaRPr lang="en-US"/>
        </a:p>
      </dgm:t>
    </dgm:pt>
    <dgm:pt modelId="{C91DBC5C-870E-41B2-AA45-D83F972EA7EB}">
      <dgm:prSet/>
      <dgm:spPr/>
      <dgm:t>
        <a:bodyPr/>
        <a:lstStyle/>
        <a:p>
          <a:r>
            <a:rPr lang="en-GB"/>
            <a:t>Hypotheses:</a:t>
          </a:r>
          <a:endParaRPr lang="en-US"/>
        </a:p>
      </dgm:t>
    </dgm:pt>
    <dgm:pt modelId="{5B03A829-8162-414E-981F-156EC33E8724}" type="parTrans" cxnId="{C2C75854-5AAB-4F69-9258-825645EA3E8A}">
      <dgm:prSet/>
      <dgm:spPr/>
      <dgm:t>
        <a:bodyPr/>
        <a:lstStyle/>
        <a:p>
          <a:endParaRPr lang="en-US"/>
        </a:p>
      </dgm:t>
    </dgm:pt>
    <dgm:pt modelId="{33371DD3-12C5-49A8-8770-AA33CCB5CE2B}" type="sibTrans" cxnId="{C2C75854-5AAB-4F69-9258-825645EA3E8A}">
      <dgm:prSet/>
      <dgm:spPr/>
      <dgm:t>
        <a:bodyPr/>
        <a:lstStyle/>
        <a:p>
          <a:endParaRPr lang="en-US"/>
        </a:p>
      </dgm:t>
    </dgm:pt>
    <dgm:pt modelId="{97DD9FD6-DD68-473B-B91F-3360C1048834}">
      <dgm:prSet/>
      <dgm:spPr/>
      <dgm:t>
        <a:bodyPr/>
        <a:lstStyle/>
        <a:p>
          <a:r>
            <a:rPr lang="en-GB"/>
            <a:t>H0: There is no correlation between median age and death rate.</a:t>
          </a:r>
          <a:endParaRPr lang="en-US"/>
        </a:p>
      </dgm:t>
    </dgm:pt>
    <dgm:pt modelId="{35EFED2E-AFA2-497B-B6CE-F6970089E1A4}" type="parTrans" cxnId="{EAB727B0-7A3C-4945-9E1E-666E3E222ABA}">
      <dgm:prSet/>
      <dgm:spPr/>
      <dgm:t>
        <a:bodyPr/>
        <a:lstStyle/>
        <a:p>
          <a:endParaRPr lang="en-US"/>
        </a:p>
      </dgm:t>
    </dgm:pt>
    <dgm:pt modelId="{D78E27EE-5149-4C59-B1D7-E9A56091EC5F}" type="sibTrans" cxnId="{EAB727B0-7A3C-4945-9E1E-666E3E222ABA}">
      <dgm:prSet/>
      <dgm:spPr/>
      <dgm:t>
        <a:bodyPr/>
        <a:lstStyle/>
        <a:p>
          <a:endParaRPr lang="en-US"/>
        </a:p>
      </dgm:t>
    </dgm:pt>
    <dgm:pt modelId="{DB9FAAE6-84E4-4D45-B72C-73B80D2A696A}">
      <dgm:prSet/>
      <dgm:spPr/>
      <dgm:t>
        <a:bodyPr/>
        <a:lstStyle/>
        <a:p>
          <a:r>
            <a:rPr lang="en-GB"/>
            <a:t>H1: There is a correlation between median age and death rate.</a:t>
          </a:r>
          <a:endParaRPr lang="en-US"/>
        </a:p>
      </dgm:t>
    </dgm:pt>
    <dgm:pt modelId="{93B8B059-14CE-4CA7-BFCB-CA7A56C17A57}" type="parTrans" cxnId="{78D1A14E-21A1-460A-91EA-F6BAB687BB41}">
      <dgm:prSet/>
      <dgm:spPr/>
      <dgm:t>
        <a:bodyPr/>
        <a:lstStyle/>
        <a:p>
          <a:endParaRPr lang="en-US"/>
        </a:p>
      </dgm:t>
    </dgm:pt>
    <dgm:pt modelId="{8FA2D835-6FFA-4116-883D-886670D19895}" type="sibTrans" cxnId="{78D1A14E-21A1-460A-91EA-F6BAB687BB41}">
      <dgm:prSet/>
      <dgm:spPr/>
      <dgm:t>
        <a:bodyPr/>
        <a:lstStyle/>
        <a:p>
          <a:endParaRPr lang="en-US"/>
        </a:p>
      </dgm:t>
    </dgm:pt>
    <dgm:pt modelId="{3863B5B3-B047-42CB-B90F-79D4CDD32C29}" type="pres">
      <dgm:prSet presAssocID="{37A13985-C8C1-4296-8FDE-10E7A1EB418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496D176C-C666-4F1B-8989-193A42DA649B}" type="pres">
      <dgm:prSet presAssocID="{65FDB59E-9679-49A4-BA01-25C9E8104004}" presName="thickLine" presStyleLbl="alignNode1" presStyleIdx="0" presStyleCnt="4"/>
      <dgm:spPr/>
    </dgm:pt>
    <dgm:pt modelId="{0BB911ED-9686-471F-B7CC-8B7CC296CB8B}" type="pres">
      <dgm:prSet presAssocID="{65FDB59E-9679-49A4-BA01-25C9E8104004}" presName="horz1" presStyleCnt="0"/>
      <dgm:spPr/>
    </dgm:pt>
    <dgm:pt modelId="{5829C563-478C-4005-949F-0FA8C0D948F9}" type="pres">
      <dgm:prSet presAssocID="{65FDB59E-9679-49A4-BA01-25C9E8104004}" presName="tx1" presStyleLbl="revTx" presStyleIdx="0" presStyleCnt="4"/>
      <dgm:spPr/>
      <dgm:t>
        <a:bodyPr/>
        <a:lstStyle/>
        <a:p>
          <a:endParaRPr lang="en-US"/>
        </a:p>
      </dgm:t>
    </dgm:pt>
    <dgm:pt modelId="{82ACA966-FD32-4894-893C-5709D065350D}" type="pres">
      <dgm:prSet presAssocID="{65FDB59E-9679-49A4-BA01-25C9E8104004}" presName="vert1" presStyleCnt="0"/>
      <dgm:spPr/>
    </dgm:pt>
    <dgm:pt modelId="{7589D635-E8ED-4036-8A81-599C9E80EF2C}" type="pres">
      <dgm:prSet presAssocID="{C91DBC5C-870E-41B2-AA45-D83F972EA7EB}" presName="thickLine" presStyleLbl="alignNode1" presStyleIdx="1" presStyleCnt="4"/>
      <dgm:spPr/>
    </dgm:pt>
    <dgm:pt modelId="{2D33242C-E762-4876-989A-F282C67870B4}" type="pres">
      <dgm:prSet presAssocID="{C91DBC5C-870E-41B2-AA45-D83F972EA7EB}" presName="horz1" presStyleCnt="0"/>
      <dgm:spPr/>
    </dgm:pt>
    <dgm:pt modelId="{E2337520-EC28-4D43-8C8F-9E4D3BA459C1}" type="pres">
      <dgm:prSet presAssocID="{C91DBC5C-870E-41B2-AA45-D83F972EA7EB}" presName="tx1" presStyleLbl="revTx" presStyleIdx="1" presStyleCnt="4"/>
      <dgm:spPr/>
      <dgm:t>
        <a:bodyPr/>
        <a:lstStyle/>
        <a:p>
          <a:endParaRPr lang="en-US"/>
        </a:p>
      </dgm:t>
    </dgm:pt>
    <dgm:pt modelId="{DE1D76EC-D7E1-4266-A43E-1F6B91BAD6E4}" type="pres">
      <dgm:prSet presAssocID="{C91DBC5C-870E-41B2-AA45-D83F972EA7EB}" presName="vert1" presStyleCnt="0"/>
      <dgm:spPr/>
    </dgm:pt>
    <dgm:pt modelId="{85678986-608E-4F28-A16A-ADB8EDB00A73}" type="pres">
      <dgm:prSet presAssocID="{97DD9FD6-DD68-473B-B91F-3360C1048834}" presName="thickLine" presStyleLbl="alignNode1" presStyleIdx="2" presStyleCnt="4"/>
      <dgm:spPr/>
    </dgm:pt>
    <dgm:pt modelId="{B0A65C8E-4FC4-4195-B750-3AC9EEFEEC69}" type="pres">
      <dgm:prSet presAssocID="{97DD9FD6-DD68-473B-B91F-3360C1048834}" presName="horz1" presStyleCnt="0"/>
      <dgm:spPr/>
    </dgm:pt>
    <dgm:pt modelId="{30F8546C-2290-47C9-AC37-5AA665328190}" type="pres">
      <dgm:prSet presAssocID="{97DD9FD6-DD68-473B-B91F-3360C1048834}" presName="tx1" presStyleLbl="revTx" presStyleIdx="2" presStyleCnt="4"/>
      <dgm:spPr/>
      <dgm:t>
        <a:bodyPr/>
        <a:lstStyle/>
        <a:p>
          <a:endParaRPr lang="en-US"/>
        </a:p>
      </dgm:t>
    </dgm:pt>
    <dgm:pt modelId="{DF074B3D-D38F-4A63-B45A-EC6D4780B76C}" type="pres">
      <dgm:prSet presAssocID="{97DD9FD6-DD68-473B-B91F-3360C1048834}" presName="vert1" presStyleCnt="0"/>
      <dgm:spPr/>
    </dgm:pt>
    <dgm:pt modelId="{80F3E360-6852-4C8E-B62C-3370A9D14020}" type="pres">
      <dgm:prSet presAssocID="{DB9FAAE6-84E4-4D45-B72C-73B80D2A696A}" presName="thickLine" presStyleLbl="alignNode1" presStyleIdx="3" presStyleCnt="4"/>
      <dgm:spPr/>
    </dgm:pt>
    <dgm:pt modelId="{3BC30ADD-9426-431F-9B43-86F59F453F3E}" type="pres">
      <dgm:prSet presAssocID="{DB9FAAE6-84E4-4D45-B72C-73B80D2A696A}" presName="horz1" presStyleCnt="0"/>
      <dgm:spPr/>
    </dgm:pt>
    <dgm:pt modelId="{45EF8B99-23DC-4AD3-B856-37242F4902F8}" type="pres">
      <dgm:prSet presAssocID="{DB9FAAE6-84E4-4D45-B72C-73B80D2A696A}" presName="tx1" presStyleLbl="revTx" presStyleIdx="3" presStyleCnt="4"/>
      <dgm:spPr/>
      <dgm:t>
        <a:bodyPr/>
        <a:lstStyle/>
        <a:p>
          <a:endParaRPr lang="en-US"/>
        </a:p>
      </dgm:t>
    </dgm:pt>
    <dgm:pt modelId="{565FA145-CA00-4B92-9910-937771B6EDAB}" type="pres">
      <dgm:prSet presAssocID="{DB9FAAE6-84E4-4D45-B72C-73B80D2A696A}" presName="vert1" presStyleCnt="0"/>
      <dgm:spPr/>
    </dgm:pt>
  </dgm:ptLst>
  <dgm:cxnLst>
    <dgm:cxn modelId="{E335F5E0-2B1E-456E-8E76-58315E5E1409}" type="presOf" srcId="{C91DBC5C-870E-41B2-AA45-D83F972EA7EB}" destId="{E2337520-EC28-4D43-8C8F-9E4D3BA459C1}" srcOrd="0" destOrd="0" presId="urn:microsoft.com/office/officeart/2008/layout/LinedList"/>
    <dgm:cxn modelId="{90AE24AA-7257-47D4-8687-ADFC6D27BDA8}" type="presOf" srcId="{37A13985-C8C1-4296-8FDE-10E7A1EB4186}" destId="{3863B5B3-B047-42CB-B90F-79D4CDD32C29}" srcOrd="0" destOrd="0" presId="urn:microsoft.com/office/officeart/2008/layout/LinedList"/>
    <dgm:cxn modelId="{C2C75854-5AAB-4F69-9258-825645EA3E8A}" srcId="{37A13985-C8C1-4296-8FDE-10E7A1EB4186}" destId="{C91DBC5C-870E-41B2-AA45-D83F972EA7EB}" srcOrd="1" destOrd="0" parTransId="{5B03A829-8162-414E-981F-156EC33E8724}" sibTransId="{33371DD3-12C5-49A8-8770-AA33CCB5CE2B}"/>
    <dgm:cxn modelId="{C7A8363D-F6C9-4E8D-BB4E-D2305ED3A6EF}" srcId="{37A13985-C8C1-4296-8FDE-10E7A1EB4186}" destId="{65FDB59E-9679-49A4-BA01-25C9E8104004}" srcOrd="0" destOrd="0" parTransId="{C8EBD97B-AB3E-42C7-A572-09344F7877C2}" sibTransId="{60E20571-18A7-4FF0-A402-B1B800CBCE9D}"/>
    <dgm:cxn modelId="{9CDC7749-165C-4A86-ACE1-D737867CB0E4}" type="presOf" srcId="{65FDB59E-9679-49A4-BA01-25C9E8104004}" destId="{5829C563-478C-4005-949F-0FA8C0D948F9}" srcOrd="0" destOrd="0" presId="urn:microsoft.com/office/officeart/2008/layout/LinedList"/>
    <dgm:cxn modelId="{2CD3EF35-FE0E-4F24-BC3A-96CDB9738E11}" type="presOf" srcId="{DB9FAAE6-84E4-4D45-B72C-73B80D2A696A}" destId="{45EF8B99-23DC-4AD3-B856-37242F4902F8}" srcOrd="0" destOrd="0" presId="urn:microsoft.com/office/officeart/2008/layout/LinedList"/>
    <dgm:cxn modelId="{EAB727B0-7A3C-4945-9E1E-666E3E222ABA}" srcId="{37A13985-C8C1-4296-8FDE-10E7A1EB4186}" destId="{97DD9FD6-DD68-473B-B91F-3360C1048834}" srcOrd="2" destOrd="0" parTransId="{35EFED2E-AFA2-497B-B6CE-F6970089E1A4}" sibTransId="{D78E27EE-5149-4C59-B1D7-E9A56091EC5F}"/>
    <dgm:cxn modelId="{6C5D6A44-2022-4B30-9BCC-AE02C20CC9A7}" type="presOf" srcId="{97DD9FD6-DD68-473B-B91F-3360C1048834}" destId="{30F8546C-2290-47C9-AC37-5AA665328190}" srcOrd="0" destOrd="0" presId="urn:microsoft.com/office/officeart/2008/layout/LinedList"/>
    <dgm:cxn modelId="{78D1A14E-21A1-460A-91EA-F6BAB687BB41}" srcId="{37A13985-C8C1-4296-8FDE-10E7A1EB4186}" destId="{DB9FAAE6-84E4-4D45-B72C-73B80D2A696A}" srcOrd="3" destOrd="0" parTransId="{93B8B059-14CE-4CA7-BFCB-CA7A56C17A57}" sibTransId="{8FA2D835-6FFA-4116-883D-886670D19895}"/>
    <dgm:cxn modelId="{0A159E63-F696-4B91-A652-CF1433C5988A}" type="presParOf" srcId="{3863B5B3-B047-42CB-B90F-79D4CDD32C29}" destId="{496D176C-C666-4F1B-8989-193A42DA649B}" srcOrd="0" destOrd="0" presId="urn:microsoft.com/office/officeart/2008/layout/LinedList"/>
    <dgm:cxn modelId="{81C7F3D3-60A2-4BD9-A8A6-443920679E5D}" type="presParOf" srcId="{3863B5B3-B047-42CB-B90F-79D4CDD32C29}" destId="{0BB911ED-9686-471F-B7CC-8B7CC296CB8B}" srcOrd="1" destOrd="0" presId="urn:microsoft.com/office/officeart/2008/layout/LinedList"/>
    <dgm:cxn modelId="{FCA9456A-EFD9-4BAA-AD49-78E5A0DD3BE9}" type="presParOf" srcId="{0BB911ED-9686-471F-B7CC-8B7CC296CB8B}" destId="{5829C563-478C-4005-949F-0FA8C0D948F9}" srcOrd="0" destOrd="0" presId="urn:microsoft.com/office/officeart/2008/layout/LinedList"/>
    <dgm:cxn modelId="{0161B58E-865C-4719-A3BD-442BABAA29A8}" type="presParOf" srcId="{0BB911ED-9686-471F-B7CC-8B7CC296CB8B}" destId="{82ACA966-FD32-4894-893C-5709D065350D}" srcOrd="1" destOrd="0" presId="urn:microsoft.com/office/officeart/2008/layout/LinedList"/>
    <dgm:cxn modelId="{F0C2F387-109E-443D-B8E8-90215A998DA1}" type="presParOf" srcId="{3863B5B3-B047-42CB-B90F-79D4CDD32C29}" destId="{7589D635-E8ED-4036-8A81-599C9E80EF2C}" srcOrd="2" destOrd="0" presId="urn:microsoft.com/office/officeart/2008/layout/LinedList"/>
    <dgm:cxn modelId="{C52AC867-9244-4933-9B41-5E476E132A6E}" type="presParOf" srcId="{3863B5B3-B047-42CB-B90F-79D4CDD32C29}" destId="{2D33242C-E762-4876-989A-F282C67870B4}" srcOrd="3" destOrd="0" presId="urn:microsoft.com/office/officeart/2008/layout/LinedList"/>
    <dgm:cxn modelId="{949BFADB-B525-4507-A13B-5BD18E10A89E}" type="presParOf" srcId="{2D33242C-E762-4876-989A-F282C67870B4}" destId="{E2337520-EC28-4D43-8C8F-9E4D3BA459C1}" srcOrd="0" destOrd="0" presId="urn:microsoft.com/office/officeart/2008/layout/LinedList"/>
    <dgm:cxn modelId="{50E7D9C0-1FAD-4EB2-9F22-14C53C049697}" type="presParOf" srcId="{2D33242C-E762-4876-989A-F282C67870B4}" destId="{DE1D76EC-D7E1-4266-A43E-1F6B91BAD6E4}" srcOrd="1" destOrd="0" presId="urn:microsoft.com/office/officeart/2008/layout/LinedList"/>
    <dgm:cxn modelId="{9DDC159F-13AF-499C-9633-6F08E01F4D9C}" type="presParOf" srcId="{3863B5B3-B047-42CB-B90F-79D4CDD32C29}" destId="{85678986-608E-4F28-A16A-ADB8EDB00A73}" srcOrd="4" destOrd="0" presId="urn:microsoft.com/office/officeart/2008/layout/LinedList"/>
    <dgm:cxn modelId="{081857BA-C222-45B7-82DA-88933643F9D5}" type="presParOf" srcId="{3863B5B3-B047-42CB-B90F-79D4CDD32C29}" destId="{B0A65C8E-4FC4-4195-B750-3AC9EEFEEC69}" srcOrd="5" destOrd="0" presId="urn:microsoft.com/office/officeart/2008/layout/LinedList"/>
    <dgm:cxn modelId="{1F5ACF55-497B-44AF-A7CE-ACD846049C6E}" type="presParOf" srcId="{B0A65C8E-4FC4-4195-B750-3AC9EEFEEC69}" destId="{30F8546C-2290-47C9-AC37-5AA665328190}" srcOrd="0" destOrd="0" presId="urn:microsoft.com/office/officeart/2008/layout/LinedList"/>
    <dgm:cxn modelId="{571A12D7-B558-4F28-85E3-5F9071E30D18}" type="presParOf" srcId="{B0A65C8E-4FC4-4195-B750-3AC9EEFEEC69}" destId="{DF074B3D-D38F-4A63-B45A-EC6D4780B76C}" srcOrd="1" destOrd="0" presId="urn:microsoft.com/office/officeart/2008/layout/LinedList"/>
    <dgm:cxn modelId="{20F8FB6D-F06F-4363-A0BB-AED34242B8ED}" type="presParOf" srcId="{3863B5B3-B047-42CB-B90F-79D4CDD32C29}" destId="{80F3E360-6852-4C8E-B62C-3370A9D14020}" srcOrd="6" destOrd="0" presId="urn:microsoft.com/office/officeart/2008/layout/LinedList"/>
    <dgm:cxn modelId="{8FCA3B77-3764-455B-9B0F-759AA3E3729C}" type="presParOf" srcId="{3863B5B3-B047-42CB-B90F-79D4CDD32C29}" destId="{3BC30ADD-9426-431F-9B43-86F59F453F3E}" srcOrd="7" destOrd="0" presId="urn:microsoft.com/office/officeart/2008/layout/LinedList"/>
    <dgm:cxn modelId="{92B44BD3-72BA-4393-B893-4B4E362F1E04}" type="presParOf" srcId="{3BC30ADD-9426-431F-9B43-86F59F453F3E}" destId="{45EF8B99-23DC-4AD3-B856-37242F4902F8}" srcOrd="0" destOrd="0" presId="urn:microsoft.com/office/officeart/2008/layout/LinedList"/>
    <dgm:cxn modelId="{FBB129CF-168D-4294-8A83-42C52C6A01B0}" type="presParOf" srcId="{3BC30ADD-9426-431F-9B43-86F59F453F3E}" destId="{565FA145-CA00-4B92-9910-937771B6ED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2012A8-4649-4D40-86B2-73C311F0476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72B66EC-EB9F-4F0A-A3E1-7F55E0178F08}">
      <dgm:prSet/>
      <dgm:spPr/>
      <dgm:t>
        <a:bodyPr/>
        <a:lstStyle/>
        <a:p>
          <a:r>
            <a:rPr lang="en-GB"/>
            <a:t>Pearson Correlation Test (R output):</a:t>
          </a:r>
          <a:endParaRPr lang="en-US"/>
        </a:p>
      </dgm:t>
    </dgm:pt>
    <dgm:pt modelId="{7386439D-00CA-4FD2-8457-22397F043C5C}" type="parTrans" cxnId="{9B5B9A83-8259-4B8C-A7D4-AE7973CA50FE}">
      <dgm:prSet/>
      <dgm:spPr/>
      <dgm:t>
        <a:bodyPr/>
        <a:lstStyle/>
        <a:p>
          <a:endParaRPr lang="en-US"/>
        </a:p>
      </dgm:t>
    </dgm:pt>
    <dgm:pt modelId="{E33A8FB4-A052-4807-9C21-6DA5F3CF2E57}" type="sibTrans" cxnId="{9B5B9A83-8259-4B8C-A7D4-AE7973CA50FE}">
      <dgm:prSet/>
      <dgm:spPr/>
      <dgm:t>
        <a:bodyPr/>
        <a:lstStyle/>
        <a:p>
          <a:endParaRPr lang="en-US"/>
        </a:p>
      </dgm:t>
    </dgm:pt>
    <dgm:pt modelId="{4F7C8419-1E47-4DA6-B020-5C1866C3CCA4}">
      <dgm:prSet/>
      <dgm:spPr/>
      <dgm:t>
        <a:bodyPr/>
        <a:lstStyle/>
        <a:p>
          <a:r>
            <a:rPr lang="en-GB"/>
            <a:t>Correlation coefficient (r = 0.303)</a:t>
          </a:r>
          <a:endParaRPr lang="en-US"/>
        </a:p>
      </dgm:t>
    </dgm:pt>
    <dgm:pt modelId="{16E8F367-7512-466B-919D-DFC3D6A0E6AA}" type="parTrans" cxnId="{7C684E6F-4512-4F79-AEBE-D113963DB7AF}">
      <dgm:prSet/>
      <dgm:spPr/>
      <dgm:t>
        <a:bodyPr/>
        <a:lstStyle/>
        <a:p>
          <a:endParaRPr lang="en-US"/>
        </a:p>
      </dgm:t>
    </dgm:pt>
    <dgm:pt modelId="{89D7FAFF-5011-4702-9674-F5B020E317BF}" type="sibTrans" cxnId="{7C684E6F-4512-4F79-AEBE-D113963DB7AF}">
      <dgm:prSet/>
      <dgm:spPr/>
      <dgm:t>
        <a:bodyPr/>
        <a:lstStyle/>
        <a:p>
          <a:endParaRPr lang="en-US"/>
        </a:p>
      </dgm:t>
    </dgm:pt>
    <dgm:pt modelId="{A5E13FA1-A384-470E-8886-1614E7D114E3}">
      <dgm:prSet/>
      <dgm:spPr/>
      <dgm:t>
        <a:bodyPr/>
        <a:lstStyle/>
        <a:p>
          <a:r>
            <a:rPr lang="en-GB"/>
            <a:t>p-value = 3.94e-06</a:t>
          </a:r>
          <a:endParaRPr lang="en-US"/>
        </a:p>
      </dgm:t>
    </dgm:pt>
    <dgm:pt modelId="{470BF19B-DC2B-4474-8285-7982A23EDD5B}" type="parTrans" cxnId="{2FA56DEE-3982-46C7-845E-1A9049D60F04}">
      <dgm:prSet/>
      <dgm:spPr/>
      <dgm:t>
        <a:bodyPr/>
        <a:lstStyle/>
        <a:p>
          <a:endParaRPr lang="en-US"/>
        </a:p>
      </dgm:t>
    </dgm:pt>
    <dgm:pt modelId="{0198F49E-092D-4E6C-8678-F879B10A7FB4}" type="sibTrans" cxnId="{2FA56DEE-3982-46C7-845E-1A9049D60F04}">
      <dgm:prSet/>
      <dgm:spPr/>
      <dgm:t>
        <a:bodyPr/>
        <a:lstStyle/>
        <a:p>
          <a:endParaRPr lang="en-US"/>
        </a:p>
      </dgm:t>
    </dgm:pt>
    <dgm:pt modelId="{75BCC514-DFEC-4CDF-8CC2-A15CCD9A6DFE}">
      <dgm:prSet/>
      <dgm:spPr/>
      <dgm:t>
        <a:bodyPr/>
        <a:lstStyle/>
        <a:p>
          <a:r>
            <a:rPr lang="en-GB"/>
            <a:t>95% CI: 0.1719 – 0.4180</a:t>
          </a:r>
          <a:br>
            <a:rPr lang="en-GB"/>
          </a:br>
          <a:r>
            <a:rPr lang="en-GB"/>
            <a:t>Interpretation:</a:t>
          </a:r>
          <a:endParaRPr lang="en-US"/>
        </a:p>
      </dgm:t>
    </dgm:pt>
    <dgm:pt modelId="{E8712CDD-1015-4A25-A6BD-623B57F81086}" type="parTrans" cxnId="{2C803164-396F-402A-AABD-65C45FFFACDF}">
      <dgm:prSet/>
      <dgm:spPr/>
      <dgm:t>
        <a:bodyPr/>
        <a:lstStyle/>
        <a:p>
          <a:endParaRPr lang="en-US"/>
        </a:p>
      </dgm:t>
    </dgm:pt>
    <dgm:pt modelId="{69DC6038-18FD-4E50-8719-8BB288A45277}" type="sibTrans" cxnId="{2C803164-396F-402A-AABD-65C45FFFACDF}">
      <dgm:prSet/>
      <dgm:spPr/>
      <dgm:t>
        <a:bodyPr/>
        <a:lstStyle/>
        <a:p>
          <a:endParaRPr lang="en-US"/>
        </a:p>
      </dgm:t>
    </dgm:pt>
    <dgm:pt modelId="{7CDA78D4-A322-4E09-A94F-850DE737C7AC}">
      <dgm:prSet/>
      <dgm:spPr/>
      <dgm:t>
        <a:bodyPr/>
        <a:lstStyle/>
        <a:p>
          <a:r>
            <a:rPr lang="en-GB"/>
            <a:t>Weak-to-moderate positive correlation</a:t>
          </a:r>
          <a:endParaRPr lang="en-US"/>
        </a:p>
      </dgm:t>
    </dgm:pt>
    <dgm:pt modelId="{9BD25ADC-B9C1-4ECF-87F6-2910679FF532}" type="parTrans" cxnId="{7AFDE7EB-BF47-4FC8-A49C-71327233F7D5}">
      <dgm:prSet/>
      <dgm:spPr/>
      <dgm:t>
        <a:bodyPr/>
        <a:lstStyle/>
        <a:p>
          <a:endParaRPr lang="en-US"/>
        </a:p>
      </dgm:t>
    </dgm:pt>
    <dgm:pt modelId="{FD31AFD0-E382-49B1-A7EA-4327A0E54279}" type="sibTrans" cxnId="{7AFDE7EB-BF47-4FC8-A49C-71327233F7D5}">
      <dgm:prSet/>
      <dgm:spPr/>
      <dgm:t>
        <a:bodyPr/>
        <a:lstStyle/>
        <a:p>
          <a:endParaRPr lang="en-US"/>
        </a:p>
      </dgm:t>
    </dgm:pt>
    <dgm:pt modelId="{F1B3B8F9-9660-4E97-820A-FD2698FF3D18}">
      <dgm:prSet/>
      <dgm:spPr/>
      <dgm:t>
        <a:bodyPr/>
        <a:lstStyle/>
        <a:p>
          <a:r>
            <a:rPr lang="en-GB"/>
            <a:t>Statistically significant (p &lt; 0.05)</a:t>
          </a:r>
          <a:endParaRPr lang="en-US"/>
        </a:p>
      </dgm:t>
    </dgm:pt>
    <dgm:pt modelId="{A60B8F12-A78E-414B-92F4-6C810D37EF26}" type="parTrans" cxnId="{D91BF47C-60F8-47FE-818A-28A850EB799C}">
      <dgm:prSet/>
      <dgm:spPr/>
      <dgm:t>
        <a:bodyPr/>
        <a:lstStyle/>
        <a:p>
          <a:endParaRPr lang="en-US"/>
        </a:p>
      </dgm:t>
    </dgm:pt>
    <dgm:pt modelId="{D06190A9-B5D0-42CA-9548-12745DAAB257}" type="sibTrans" cxnId="{D91BF47C-60F8-47FE-818A-28A850EB799C}">
      <dgm:prSet/>
      <dgm:spPr/>
      <dgm:t>
        <a:bodyPr/>
        <a:lstStyle/>
        <a:p>
          <a:endParaRPr lang="en-US"/>
        </a:p>
      </dgm:t>
    </dgm:pt>
    <dgm:pt modelId="{7437F118-27DA-4108-898C-5CB43A7414E3}">
      <dgm:prSet/>
      <dgm:spPr/>
      <dgm:t>
        <a:bodyPr/>
        <a:lstStyle/>
        <a:p>
          <a:r>
            <a:rPr lang="en-GB"/>
            <a:t>Reject the null hypothesis (H0)</a:t>
          </a:r>
          <a:endParaRPr lang="en-US"/>
        </a:p>
      </dgm:t>
    </dgm:pt>
    <dgm:pt modelId="{29EF6850-450E-47F2-AFD4-F1DD29A5F1F1}" type="parTrans" cxnId="{C5340CFA-75E3-46D1-90BB-6A6DF9099CD2}">
      <dgm:prSet/>
      <dgm:spPr/>
      <dgm:t>
        <a:bodyPr/>
        <a:lstStyle/>
        <a:p>
          <a:endParaRPr lang="en-US"/>
        </a:p>
      </dgm:t>
    </dgm:pt>
    <dgm:pt modelId="{BFE179E3-CB2B-4EE4-ADC3-124CE89AFFD6}" type="sibTrans" cxnId="{C5340CFA-75E3-46D1-90BB-6A6DF9099CD2}">
      <dgm:prSet/>
      <dgm:spPr/>
      <dgm:t>
        <a:bodyPr/>
        <a:lstStyle/>
        <a:p>
          <a:endParaRPr lang="en-US"/>
        </a:p>
      </dgm:t>
    </dgm:pt>
    <dgm:pt modelId="{FD647198-ABC2-4CF1-B510-084870D6FAFB}" type="pres">
      <dgm:prSet presAssocID="{3E2012A8-4649-4D40-86B2-73C311F0476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8F7CCF-382A-4A19-9678-DE594F3FE2C4}" type="pres">
      <dgm:prSet presAssocID="{872B66EC-EB9F-4F0A-A3E1-7F55E0178F08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61876DE-1517-4320-8289-D1B568A09318}" type="pres">
      <dgm:prSet presAssocID="{E33A8FB4-A052-4807-9C21-6DA5F3CF2E57}" presName="sibTrans" presStyleCnt="0"/>
      <dgm:spPr/>
    </dgm:pt>
    <dgm:pt modelId="{B518E012-8DF0-4402-8FD0-BF839DF83ECA}" type="pres">
      <dgm:prSet presAssocID="{4F7C8419-1E47-4DA6-B020-5C1866C3CCA4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BA8227-F16C-497D-B0E5-C040C42A956C}" type="pres">
      <dgm:prSet presAssocID="{89D7FAFF-5011-4702-9674-F5B020E317BF}" presName="sibTrans" presStyleCnt="0"/>
      <dgm:spPr/>
    </dgm:pt>
    <dgm:pt modelId="{5E615D4E-1F25-4E9D-94FD-AAE63B898E7C}" type="pres">
      <dgm:prSet presAssocID="{A5E13FA1-A384-470E-8886-1614E7D114E3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D87A0E-E387-4D55-9EEE-9A93F4F7BDB7}" type="pres">
      <dgm:prSet presAssocID="{0198F49E-092D-4E6C-8678-F879B10A7FB4}" presName="sibTrans" presStyleCnt="0"/>
      <dgm:spPr/>
    </dgm:pt>
    <dgm:pt modelId="{EEC44ED6-66BE-4809-A003-AAECBD7FC0E3}" type="pres">
      <dgm:prSet presAssocID="{75BCC514-DFEC-4CDF-8CC2-A15CCD9A6DFE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4D620DA-9344-4F1A-8416-C61B983FE358}" type="pres">
      <dgm:prSet presAssocID="{69DC6038-18FD-4E50-8719-8BB288A45277}" presName="sibTrans" presStyleCnt="0"/>
      <dgm:spPr/>
    </dgm:pt>
    <dgm:pt modelId="{7382B00B-913F-4800-8D26-3588DBA45327}" type="pres">
      <dgm:prSet presAssocID="{7CDA78D4-A322-4E09-A94F-850DE737C7AC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758F40-7E2A-4081-A808-64F8AF88D890}" type="pres">
      <dgm:prSet presAssocID="{FD31AFD0-E382-49B1-A7EA-4327A0E54279}" presName="sibTrans" presStyleCnt="0"/>
      <dgm:spPr/>
    </dgm:pt>
    <dgm:pt modelId="{55F1C571-0A77-4851-9226-4E6E0F09581F}" type="pres">
      <dgm:prSet presAssocID="{F1B3B8F9-9660-4E97-820A-FD2698FF3D18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C7E21D-59C1-481E-BC6C-24EBF0A3375B}" type="pres">
      <dgm:prSet presAssocID="{D06190A9-B5D0-42CA-9548-12745DAAB257}" presName="sibTrans" presStyleCnt="0"/>
      <dgm:spPr/>
    </dgm:pt>
    <dgm:pt modelId="{9333EE1F-3C1C-4E14-B1B6-32C1ED155CA6}" type="pres">
      <dgm:prSet presAssocID="{7437F118-27DA-4108-898C-5CB43A7414E3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CE1336D-A881-45E4-B1BD-8D599954E06E}" type="presOf" srcId="{4F7C8419-1E47-4DA6-B020-5C1866C3CCA4}" destId="{B518E012-8DF0-4402-8FD0-BF839DF83ECA}" srcOrd="0" destOrd="0" presId="urn:microsoft.com/office/officeart/2005/8/layout/default"/>
    <dgm:cxn modelId="{2FA56DEE-3982-46C7-845E-1A9049D60F04}" srcId="{3E2012A8-4649-4D40-86B2-73C311F04768}" destId="{A5E13FA1-A384-470E-8886-1614E7D114E3}" srcOrd="2" destOrd="0" parTransId="{470BF19B-DC2B-4474-8285-7982A23EDD5B}" sibTransId="{0198F49E-092D-4E6C-8678-F879B10A7FB4}"/>
    <dgm:cxn modelId="{52E27F90-8C49-46D4-B596-EFD2A6C6C2AE}" type="presOf" srcId="{872B66EC-EB9F-4F0A-A3E1-7F55E0178F08}" destId="{CD8F7CCF-382A-4A19-9678-DE594F3FE2C4}" srcOrd="0" destOrd="0" presId="urn:microsoft.com/office/officeart/2005/8/layout/default"/>
    <dgm:cxn modelId="{27B6F907-22DC-4E02-B0B0-C391DCE00788}" type="presOf" srcId="{A5E13FA1-A384-470E-8886-1614E7D114E3}" destId="{5E615D4E-1F25-4E9D-94FD-AAE63B898E7C}" srcOrd="0" destOrd="0" presId="urn:microsoft.com/office/officeart/2005/8/layout/default"/>
    <dgm:cxn modelId="{38625D55-F23A-46EF-95D2-607D62BFF2CF}" type="presOf" srcId="{3E2012A8-4649-4D40-86B2-73C311F04768}" destId="{FD647198-ABC2-4CF1-B510-084870D6FAFB}" srcOrd="0" destOrd="0" presId="urn:microsoft.com/office/officeart/2005/8/layout/default"/>
    <dgm:cxn modelId="{C5340CFA-75E3-46D1-90BB-6A6DF9099CD2}" srcId="{3E2012A8-4649-4D40-86B2-73C311F04768}" destId="{7437F118-27DA-4108-898C-5CB43A7414E3}" srcOrd="6" destOrd="0" parTransId="{29EF6850-450E-47F2-AFD4-F1DD29A5F1F1}" sibTransId="{BFE179E3-CB2B-4EE4-ADC3-124CE89AFFD6}"/>
    <dgm:cxn modelId="{9B5B9A83-8259-4B8C-A7D4-AE7973CA50FE}" srcId="{3E2012A8-4649-4D40-86B2-73C311F04768}" destId="{872B66EC-EB9F-4F0A-A3E1-7F55E0178F08}" srcOrd="0" destOrd="0" parTransId="{7386439D-00CA-4FD2-8457-22397F043C5C}" sibTransId="{E33A8FB4-A052-4807-9C21-6DA5F3CF2E57}"/>
    <dgm:cxn modelId="{7AFDE7EB-BF47-4FC8-A49C-71327233F7D5}" srcId="{3E2012A8-4649-4D40-86B2-73C311F04768}" destId="{7CDA78D4-A322-4E09-A94F-850DE737C7AC}" srcOrd="4" destOrd="0" parTransId="{9BD25ADC-B9C1-4ECF-87F6-2910679FF532}" sibTransId="{FD31AFD0-E382-49B1-A7EA-4327A0E54279}"/>
    <dgm:cxn modelId="{7C684E6F-4512-4F79-AEBE-D113963DB7AF}" srcId="{3E2012A8-4649-4D40-86B2-73C311F04768}" destId="{4F7C8419-1E47-4DA6-B020-5C1866C3CCA4}" srcOrd="1" destOrd="0" parTransId="{16E8F367-7512-466B-919D-DFC3D6A0E6AA}" sibTransId="{89D7FAFF-5011-4702-9674-F5B020E317BF}"/>
    <dgm:cxn modelId="{5E1DE3FF-BC78-4E64-853F-A5FD24AC3225}" type="presOf" srcId="{75BCC514-DFEC-4CDF-8CC2-A15CCD9A6DFE}" destId="{EEC44ED6-66BE-4809-A003-AAECBD7FC0E3}" srcOrd="0" destOrd="0" presId="urn:microsoft.com/office/officeart/2005/8/layout/default"/>
    <dgm:cxn modelId="{D91BF47C-60F8-47FE-818A-28A850EB799C}" srcId="{3E2012A8-4649-4D40-86B2-73C311F04768}" destId="{F1B3B8F9-9660-4E97-820A-FD2698FF3D18}" srcOrd="5" destOrd="0" parTransId="{A60B8F12-A78E-414B-92F4-6C810D37EF26}" sibTransId="{D06190A9-B5D0-42CA-9548-12745DAAB257}"/>
    <dgm:cxn modelId="{75C746B5-3112-426B-BF1C-90E8F3E7C287}" type="presOf" srcId="{7437F118-27DA-4108-898C-5CB43A7414E3}" destId="{9333EE1F-3C1C-4E14-B1B6-32C1ED155CA6}" srcOrd="0" destOrd="0" presId="urn:microsoft.com/office/officeart/2005/8/layout/default"/>
    <dgm:cxn modelId="{A327D918-9026-466D-A807-F8255AE4B105}" type="presOf" srcId="{7CDA78D4-A322-4E09-A94F-850DE737C7AC}" destId="{7382B00B-913F-4800-8D26-3588DBA45327}" srcOrd="0" destOrd="0" presId="urn:microsoft.com/office/officeart/2005/8/layout/default"/>
    <dgm:cxn modelId="{2C803164-396F-402A-AABD-65C45FFFACDF}" srcId="{3E2012A8-4649-4D40-86B2-73C311F04768}" destId="{75BCC514-DFEC-4CDF-8CC2-A15CCD9A6DFE}" srcOrd="3" destOrd="0" parTransId="{E8712CDD-1015-4A25-A6BD-623B57F81086}" sibTransId="{69DC6038-18FD-4E50-8719-8BB288A45277}"/>
    <dgm:cxn modelId="{29FA4E53-D610-47C3-B959-7DD630E3A078}" type="presOf" srcId="{F1B3B8F9-9660-4E97-820A-FD2698FF3D18}" destId="{55F1C571-0A77-4851-9226-4E6E0F09581F}" srcOrd="0" destOrd="0" presId="urn:microsoft.com/office/officeart/2005/8/layout/default"/>
    <dgm:cxn modelId="{7458287C-ABAB-4FC7-8B93-105432B21F1A}" type="presParOf" srcId="{FD647198-ABC2-4CF1-B510-084870D6FAFB}" destId="{CD8F7CCF-382A-4A19-9678-DE594F3FE2C4}" srcOrd="0" destOrd="0" presId="urn:microsoft.com/office/officeart/2005/8/layout/default"/>
    <dgm:cxn modelId="{E9FEB8D9-2C3C-4321-B3E1-17DC1773662A}" type="presParOf" srcId="{FD647198-ABC2-4CF1-B510-084870D6FAFB}" destId="{F61876DE-1517-4320-8289-D1B568A09318}" srcOrd="1" destOrd="0" presId="urn:microsoft.com/office/officeart/2005/8/layout/default"/>
    <dgm:cxn modelId="{EBFF0800-0868-4FF6-B98C-32F44E89F808}" type="presParOf" srcId="{FD647198-ABC2-4CF1-B510-084870D6FAFB}" destId="{B518E012-8DF0-4402-8FD0-BF839DF83ECA}" srcOrd="2" destOrd="0" presId="urn:microsoft.com/office/officeart/2005/8/layout/default"/>
    <dgm:cxn modelId="{EAD9908C-EDDA-4EE9-8E9C-930058CF4118}" type="presParOf" srcId="{FD647198-ABC2-4CF1-B510-084870D6FAFB}" destId="{1EBA8227-F16C-497D-B0E5-C040C42A956C}" srcOrd="3" destOrd="0" presId="urn:microsoft.com/office/officeart/2005/8/layout/default"/>
    <dgm:cxn modelId="{E7EAF0B4-2BEA-4105-8BF0-2D05C236E64D}" type="presParOf" srcId="{FD647198-ABC2-4CF1-B510-084870D6FAFB}" destId="{5E615D4E-1F25-4E9D-94FD-AAE63B898E7C}" srcOrd="4" destOrd="0" presId="urn:microsoft.com/office/officeart/2005/8/layout/default"/>
    <dgm:cxn modelId="{0DE669E4-F5C7-4B80-9FAA-B0242E77423C}" type="presParOf" srcId="{FD647198-ABC2-4CF1-B510-084870D6FAFB}" destId="{63D87A0E-E387-4D55-9EEE-9A93F4F7BDB7}" srcOrd="5" destOrd="0" presId="urn:microsoft.com/office/officeart/2005/8/layout/default"/>
    <dgm:cxn modelId="{657A15DD-2CD3-4911-9DDD-BB4B422FEF10}" type="presParOf" srcId="{FD647198-ABC2-4CF1-B510-084870D6FAFB}" destId="{EEC44ED6-66BE-4809-A003-AAECBD7FC0E3}" srcOrd="6" destOrd="0" presId="urn:microsoft.com/office/officeart/2005/8/layout/default"/>
    <dgm:cxn modelId="{ECBA1AFF-25BF-4686-95EB-A5D68878FFFE}" type="presParOf" srcId="{FD647198-ABC2-4CF1-B510-084870D6FAFB}" destId="{34D620DA-9344-4F1A-8416-C61B983FE358}" srcOrd="7" destOrd="0" presId="urn:microsoft.com/office/officeart/2005/8/layout/default"/>
    <dgm:cxn modelId="{E37B8201-3054-4526-BD36-0E25EF241909}" type="presParOf" srcId="{FD647198-ABC2-4CF1-B510-084870D6FAFB}" destId="{7382B00B-913F-4800-8D26-3588DBA45327}" srcOrd="8" destOrd="0" presId="urn:microsoft.com/office/officeart/2005/8/layout/default"/>
    <dgm:cxn modelId="{DD11CDDF-666C-4208-9009-0FB149B979F3}" type="presParOf" srcId="{FD647198-ABC2-4CF1-B510-084870D6FAFB}" destId="{1D758F40-7E2A-4081-A808-64F8AF88D890}" srcOrd="9" destOrd="0" presId="urn:microsoft.com/office/officeart/2005/8/layout/default"/>
    <dgm:cxn modelId="{4C9869D5-5DBD-4788-870C-7CB4F2D8891C}" type="presParOf" srcId="{FD647198-ABC2-4CF1-B510-084870D6FAFB}" destId="{55F1C571-0A77-4851-9226-4E6E0F09581F}" srcOrd="10" destOrd="0" presId="urn:microsoft.com/office/officeart/2005/8/layout/default"/>
    <dgm:cxn modelId="{21AECD33-ECDC-43B4-A691-4149C150F7A6}" type="presParOf" srcId="{FD647198-ABC2-4CF1-B510-084870D6FAFB}" destId="{35C7E21D-59C1-481E-BC6C-24EBF0A3375B}" srcOrd="11" destOrd="0" presId="urn:microsoft.com/office/officeart/2005/8/layout/default"/>
    <dgm:cxn modelId="{B6ED7C03-841C-4469-A5B0-F96FB5A07390}" type="presParOf" srcId="{FD647198-ABC2-4CF1-B510-084870D6FAFB}" destId="{9333EE1F-3C1C-4E14-B1B6-32C1ED155CA6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6B7F838-3C74-41AB-AA2E-97960F1F60F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F166FF1-EA5A-4B2F-A002-70CA58A712C5}">
      <dgm:prSet/>
      <dgm:spPr/>
      <dgm:t>
        <a:bodyPr/>
        <a:lstStyle/>
        <a:p>
          <a:r>
            <a:rPr lang="en-IN"/>
            <a:t>Each group member’s contribution:</a:t>
          </a:r>
          <a:endParaRPr lang="en-US"/>
        </a:p>
      </dgm:t>
    </dgm:pt>
    <dgm:pt modelId="{22F863A8-0D60-43FA-A4E8-E12502F37084}" type="parTrans" cxnId="{0954A71C-F4B2-4832-A3DB-0F2DF7566E41}">
      <dgm:prSet/>
      <dgm:spPr/>
      <dgm:t>
        <a:bodyPr/>
        <a:lstStyle/>
        <a:p>
          <a:endParaRPr lang="en-US"/>
        </a:p>
      </dgm:t>
    </dgm:pt>
    <dgm:pt modelId="{95989D0B-7EC5-4469-A060-08A448CF6249}" type="sibTrans" cxnId="{0954A71C-F4B2-4832-A3DB-0F2DF7566E41}">
      <dgm:prSet/>
      <dgm:spPr/>
      <dgm:t>
        <a:bodyPr/>
        <a:lstStyle/>
        <a:p>
          <a:endParaRPr lang="en-US"/>
        </a:p>
      </dgm:t>
    </dgm:pt>
    <dgm:pt modelId="{4BD9DF5D-B641-4D2B-A2B3-0D2EA25DDC67}">
      <dgm:prSet/>
      <dgm:spPr/>
      <dgm:t>
        <a:bodyPr/>
        <a:lstStyle/>
        <a:p>
          <a:r>
            <a:rPr lang="en-IN" dirty="0"/>
            <a:t>Vinitha: Data cleaning, CSV preparation, variable selection</a:t>
          </a:r>
          <a:endParaRPr lang="en-US" dirty="0"/>
        </a:p>
      </dgm:t>
    </dgm:pt>
    <dgm:pt modelId="{18FF3690-30F7-49E8-AB40-A8AA23AD1F02}" type="parTrans" cxnId="{CEF9EC78-157A-48BA-8BD8-5F4618486F0E}">
      <dgm:prSet/>
      <dgm:spPr/>
      <dgm:t>
        <a:bodyPr/>
        <a:lstStyle/>
        <a:p>
          <a:endParaRPr lang="en-US"/>
        </a:p>
      </dgm:t>
    </dgm:pt>
    <dgm:pt modelId="{F3442A0E-42E1-41D7-80AB-071B4FBB2CCD}" type="sibTrans" cxnId="{CEF9EC78-157A-48BA-8BD8-5F4618486F0E}">
      <dgm:prSet/>
      <dgm:spPr/>
      <dgm:t>
        <a:bodyPr/>
        <a:lstStyle/>
        <a:p>
          <a:endParaRPr lang="en-US"/>
        </a:p>
      </dgm:t>
    </dgm:pt>
    <dgm:pt modelId="{826DACFB-4A31-427F-B5F1-FE08F70401FC}">
      <dgm:prSet/>
      <dgm:spPr/>
      <dgm:t>
        <a:bodyPr/>
        <a:lstStyle/>
        <a:p>
          <a:r>
            <a:rPr lang="en-IN" dirty="0"/>
            <a:t>Navyasree : R coding, correlation test, regression model</a:t>
          </a:r>
          <a:endParaRPr lang="en-US" dirty="0"/>
        </a:p>
      </dgm:t>
    </dgm:pt>
    <dgm:pt modelId="{6DA34E3F-C82A-48CB-A712-D724A59E06D7}" type="parTrans" cxnId="{16012E60-E185-41C5-AA20-26EC5A5D0957}">
      <dgm:prSet/>
      <dgm:spPr/>
      <dgm:t>
        <a:bodyPr/>
        <a:lstStyle/>
        <a:p>
          <a:endParaRPr lang="en-US"/>
        </a:p>
      </dgm:t>
    </dgm:pt>
    <dgm:pt modelId="{C9FBD045-B981-420C-9C37-53D0518133B3}" type="sibTrans" cxnId="{16012E60-E185-41C5-AA20-26EC5A5D0957}">
      <dgm:prSet/>
      <dgm:spPr/>
      <dgm:t>
        <a:bodyPr/>
        <a:lstStyle/>
        <a:p>
          <a:endParaRPr lang="en-US"/>
        </a:p>
      </dgm:t>
    </dgm:pt>
    <dgm:pt modelId="{716731EB-2144-4830-9E69-A03C5F034EE2}">
      <dgm:prSet/>
      <dgm:spPr/>
      <dgm:t>
        <a:bodyPr/>
        <a:lstStyle/>
        <a:p>
          <a:r>
            <a:rPr lang="en-IN" dirty="0"/>
            <a:t>Vivek: Visualizations (scatter plot + histogram)</a:t>
          </a:r>
          <a:endParaRPr lang="en-US" dirty="0"/>
        </a:p>
      </dgm:t>
    </dgm:pt>
    <dgm:pt modelId="{7AB9D633-D61E-4A1F-B111-2B9A0013BE61}" type="parTrans" cxnId="{8A3533C3-2C67-4EF2-A06E-687C5FDEF92E}">
      <dgm:prSet/>
      <dgm:spPr/>
      <dgm:t>
        <a:bodyPr/>
        <a:lstStyle/>
        <a:p>
          <a:endParaRPr lang="en-US"/>
        </a:p>
      </dgm:t>
    </dgm:pt>
    <dgm:pt modelId="{99FC18E4-0EE9-41E5-BAF4-F1F6B29E82CA}" type="sibTrans" cxnId="{8A3533C3-2C67-4EF2-A06E-687C5FDEF92E}">
      <dgm:prSet/>
      <dgm:spPr/>
      <dgm:t>
        <a:bodyPr/>
        <a:lstStyle/>
        <a:p>
          <a:endParaRPr lang="en-US"/>
        </a:p>
      </dgm:t>
    </dgm:pt>
    <dgm:pt modelId="{35B1719B-24F7-44A6-BB96-89EE86F93C5D}">
      <dgm:prSet/>
      <dgm:spPr/>
      <dgm:t>
        <a:bodyPr/>
        <a:lstStyle/>
        <a:p>
          <a:r>
            <a:rPr lang="en-IN" dirty="0" err="1"/>
            <a:t>RanjithReddy</a:t>
          </a:r>
          <a:r>
            <a:rPr lang="en-IN" dirty="0"/>
            <a:t>: Report writing (intro, background, interpretation)</a:t>
          </a:r>
          <a:endParaRPr lang="en-US" dirty="0"/>
        </a:p>
      </dgm:t>
    </dgm:pt>
    <dgm:pt modelId="{495DB8F8-5A54-406E-BE01-2732B6B2A0A5}" type="parTrans" cxnId="{E0A5B858-F78D-46CD-9E49-5F6409326C61}">
      <dgm:prSet/>
      <dgm:spPr/>
      <dgm:t>
        <a:bodyPr/>
        <a:lstStyle/>
        <a:p>
          <a:endParaRPr lang="en-US"/>
        </a:p>
      </dgm:t>
    </dgm:pt>
    <dgm:pt modelId="{4FEDBB9A-4D9C-4078-A39A-11B1131D7BEE}" type="sibTrans" cxnId="{E0A5B858-F78D-46CD-9E49-5F6409326C61}">
      <dgm:prSet/>
      <dgm:spPr/>
      <dgm:t>
        <a:bodyPr/>
        <a:lstStyle/>
        <a:p>
          <a:endParaRPr lang="en-US"/>
        </a:p>
      </dgm:t>
    </dgm:pt>
    <dgm:pt modelId="{2E36A803-ED56-4B9A-A28F-12CAA7EF2C85}">
      <dgm:prSet/>
      <dgm:spPr/>
      <dgm:t>
        <a:bodyPr/>
        <a:lstStyle/>
        <a:p>
          <a:r>
            <a:rPr lang="en-IN"/>
            <a:t>Student 5: GitHub upload, R Markdown formatting, PPT preparation</a:t>
          </a:r>
          <a:endParaRPr lang="en-US"/>
        </a:p>
      </dgm:t>
    </dgm:pt>
    <dgm:pt modelId="{929C4AE2-A8D4-42E6-8F10-6AC04516DAB7}" type="parTrans" cxnId="{3566265D-5CDA-40F7-AAC2-AFE769C4AEC8}">
      <dgm:prSet/>
      <dgm:spPr/>
      <dgm:t>
        <a:bodyPr/>
        <a:lstStyle/>
        <a:p>
          <a:endParaRPr lang="en-US"/>
        </a:p>
      </dgm:t>
    </dgm:pt>
    <dgm:pt modelId="{473C306E-8A96-4BDB-B12B-A3DBD03B282D}" type="sibTrans" cxnId="{3566265D-5CDA-40F7-AAC2-AFE769C4AEC8}">
      <dgm:prSet/>
      <dgm:spPr/>
      <dgm:t>
        <a:bodyPr/>
        <a:lstStyle/>
        <a:p>
          <a:endParaRPr lang="en-US"/>
        </a:p>
      </dgm:t>
    </dgm:pt>
    <dgm:pt modelId="{D6A99257-C2A7-4B1E-82B5-D4C10207B685}" type="pres">
      <dgm:prSet presAssocID="{F6B7F838-3C74-41AB-AA2E-97960F1F60FA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FEC26E6-5EDB-4AE2-99B8-9D13A9DC99CD}" type="pres">
      <dgm:prSet presAssocID="{F6B7F838-3C74-41AB-AA2E-97960F1F60FA}" presName="container" presStyleCnt="0">
        <dgm:presLayoutVars>
          <dgm:dir/>
          <dgm:resizeHandles val="exact"/>
        </dgm:presLayoutVars>
      </dgm:prSet>
      <dgm:spPr/>
    </dgm:pt>
    <dgm:pt modelId="{F00DBA8E-291D-4054-AF9E-1195BE5267FF}" type="pres">
      <dgm:prSet presAssocID="{2F166FF1-EA5A-4B2F-A002-70CA58A712C5}" presName="compNode" presStyleCnt="0"/>
      <dgm:spPr/>
    </dgm:pt>
    <dgm:pt modelId="{3FFB45C0-A6F3-42E8-810F-3EBBB863B91E}" type="pres">
      <dgm:prSet presAssocID="{2F166FF1-EA5A-4B2F-A002-70CA58A712C5}" presName="iconBgRect" presStyleLbl="bgShp" presStyleIdx="0" presStyleCnt="6"/>
      <dgm:spPr/>
    </dgm:pt>
    <dgm:pt modelId="{DC9186AE-DE43-465C-BCF7-0B9EC5E2C74B}" type="pres">
      <dgm:prSet presAssocID="{2F166FF1-EA5A-4B2F-A002-70CA58A712C5}" presName="iconRect" presStyleLbl="node1" presStyleIdx="0" presStyleCnt="6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hare With Person"/>
        </a:ext>
      </dgm:extLst>
    </dgm:pt>
    <dgm:pt modelId="{FFC385C7-292C-48B0-9273-C6A0C29DE0EA}" type="pres">
      <dgm:prSet presAssocID="{2F166FF1-EA5A-4B2F-A002-70CA58A712C5}" presName="spaceRect" presStyleCnt="0"/>
      <dgm:spPr/>
    </dgm:pt>
    <dgm:pt modelId="{C59E91AB-AE5A-47C5-8ACB-15F70E18A4E7}" type="pres">
      <dgm:prSet presAssocID="{2F166FF1-EA5A-4B2F-A002-70CA58A712C5}" presName="textRect" presStyleLbl="revTx" presStyleIdx="0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40792A3-90C2-4598-B166-23A3ACD7ECD1}" type="pres">
      <dgm:prSet presAssocID="{95989D0B-7EC5-4469-A060-08A448CF6249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4D8FD2B-9756-4414-867B-1056DCD0D69F}" type="pres">
      <dgm:prSet presAssocID="{4BD9DF5D-B641-4D2B-A2B3-0D2EA25DDC67}" presName="compNode" presStyleCnt="0"/>
      <dgm:spPr/>
    </dgm:pt>
    <dgm:pt modelId="{C201DD20-7907-42EC-BD21-54D94DA58D6B}" type="pres">
      <dgm:prSet presAssocID="{4BD9DF5D-B641-4D2B-A2B3-0D2EA25DDC67}" presName="iconBgRect" presStyleLbl="bgShp" presStyleIdx="1" presStyleCnt="6"/>
      <dgm:spPr/>
    </dgm:pt>
    <dgm:pt modelId="{A2BC2AD5-8921-42B5-AADF-CD31C8240292}" type="pres">
      <dgm:prSet presAssocID="{4BD9DF5D-B641-4D2B-A2B3-0D2EA25DDC6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47204CBA-D09E-4B1B-B844-9198BA4165A4}" type="pres">
      <dgm:prSet presAssocID="{4BD9DF5D-B641-4D2B-A2B3-0D2EA25DDC67}" presName="spaceRect" presStyleCnt="0"/>
      <dgm:spPr/>
    </dgm:pt>
    <dgm:pt modelId="{F578CC29-418F-4A24-A636-5C101F84A50F}" type="pres">
      <dgm:prSet presAssocID="{4BD9DF5D-B641-4D2B-A2B3-0D2EA25DDC67}" presName="textRect" presStyleLbl="revTx" presStyleIdx="1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228BE02-4C04-49C4-92CA-EB856D95388E}" type="pres">
      <dgm:prSet presAssocID="{F3442A0E-42E1-41D7-80AB-071B4FBB2CC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63F7659-717B-4740-AC68-E01FC2B3CFF7}" type="pres">
      <dgm:prSet presAssocID="{826DACFB-4A31-427F-B5F1-FE08F70401FC}" presName="compNode" presStyleCnt="0"/>
      <dgm:spPr/>
    </dgm:pt>
    <dgm:pt modelId="{FE311585-6E41-4581-94BA-2EE700DCA7F3}" type="pres">
      <dgm:prSet presAssocID="{826DACFB-4A31-427F-B5F1-FE08F70401FC}" presName="iconBgRect" presStyleLbl="bgShp" presStyleIdx="2" presStyleCnt="6"/>
      <dgm:spPr/>
    </dgm:pt>
    <dgm:pt modelId="{95C9CB0D-5853-4275-B306-61B50970B4F4}" type="pres">
      <dgm:prSet presAssocID="{826DACFB-4A31-427F-B5F1-FE08F70401FC}" presName="iconRect" presStyleLbl="node1" presStyleIdx="2" presStyleCnt="6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8CD25CE1-4F27-4BA0-BBB4-23F77C6C62CA}" type="pres">
      <dgm:prSet presAssocID="{826DACFB-4A31-427F-B5F1-FE08F70401FC}" presName="spaceRect" presStyleCnt="0"/>
      <dgm:spPr/>
    </dgm:pt>
    <dgm:pt modelId="{45CF39E0-C3F2-4001-A8D2-35B8FFBED8C1}" type="pres">
      <dgm:prSet presAssocID="{826DACFB-4A31-427F-B5F1-FE08F70401FC}" presName="textRect" presStyleLbl="revTx" presStyleIdx="2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C3204EB-E5F9-4582-8375-22BB5648C3A8}" type="pres">
      <dgm:prSet presAssocID="{C9FBD045-B981-420C-9C37-53D0518133B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513D9903-6BCC-413F-9CED-E1BE29521B6C}" type="pres">
      <dgm:prSet presAssocID="{716731EB-2144-4830-9E69-A03C5F034EE2}" presName="compNode" presStyleCnt="0"/>
      <dgm:spPr/>
    </dgm:pt>
    <dgm:pt modelId="{75A58A2D-E0ED-46FD-83AB-E5318BE00FA8}" type="pres">
      <dgm:prSet presAssocID="{716731EB-2144-4830-9E69-A03C5F034EE2}" presName="iconBgRect" presStyleLbl="bgShp" presStyleIdx="3" presStyleCnt="6"/>
      <dgm:spPr/>
    </dgm:pt>
    <dgm:pt modelId="{D1403B08-CB28-4C81-8A70-2116F572895A}" type="pres">
      <dgm:prSet presAssocID="{716731EB-2144-4830-9E69-A03C5F034EE2}" presName="iconRect" presStyleLbl="node1" presStyleIdx="3" presStyleCnt="6"/>
      <dgm:spPr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73E13431-48C7-4455-946F-FD2D01677F81}" type="pres">
      <dgm:prSet presAssocID="{716731EB-2144-4830-9E69-A03C5F034EE2}" presName="spaceRect" presStyleCnt="0"/>
      <dgm:spPr/>
    </dgm:pt>
    <dgm:pt modelId="{8FC92C54-C78A-46BC-9D06-33A301052649}" type="pres">
      <dgm:prSet presAssocID="{716731EB-2144-4830-9E69-A03C5F034EE2}" presName="textRect" presStyleLbl="revTx" presStyleIdx="3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ABED325C-715E-48D8-9B68-EA90AAA27F80}" type="pres">
      <dgm:prSet presAssocID="{99FC18E4-0EE9-41E5-BAF4-F1F6B29E82CA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CB165F5-1EF1-435E-BB60-9CDE577059C6}" type="pres">
      <dgm:prSet presAssocID="{35B1719B-24F7-44A6-BB96-89EE86F93C5D}" presName="compNode" presStyleCnt="0"/>
      <dgm:spPr/>
    </dgm:pt>
    <dgm:pt modelId="{FEB9CFFA-7A92-4D1A-825E-EBB8E928CD9F}" type="pres">
      <dgm:prSet presAssocID="{35B1719B-24F7-44A6-BB96-89EE86F93C5D}" presName="iconBgRect" presStyleLbl="bgShp" presStyleIdx="4" presStyleCnt="6"/>
      <dgm:spPr/>
    </dgm:pt>
    <dgm:pt modelId="{D95A97FD-478D-4852-B261-7A82E7A42208}" type="pres">
      <dgm:prSet presAssocID="{35B1719B-24F7-44A6-BB96-89EE86F93C5D}" presName="iconRect" presStyleLbl="node1" presStyleIdx="4" presStyleCnt="6"/>
      <dgm:spPr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B379CD6-6E18-4F49-ADF6-852C678C1101}" type="pres">
      <dgm:prSet presAssocID="{35B1719B-24F7-44A6-BB96-89EE86F93C5D}" presName="spaceRect" presStyleCnt="0"/>
      <dgm:spPr/>
    </dgm:pt>
    <dgm:pt modelId="{54AF53E8-758B-4258-96EB-9B6349997F74}" type="pres">
      <dgm:prSet presAssocID="{35B1719B-24F7-44A6-BB96-89EE86F93C5D}" presName="textRect" presStyleLbl="revTx" presStyleIdx="4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3FE37F5-1DF8-49DE-B585-B072B67CABEF}" type="pres">
      <dgm:prSet presAssocID="{4FEDBB9A-4D9C-4078-A39A-11B1131D7BEE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811A700-5314-4FFA-86ED-36326C2C01D9}" type="pres">
      <dgm:prSet presAssocID="{2E36A803-ED56-4B9A-A28F-12CAA7EF2C85}" presName="compNode" presStyleCnt="0"/>
      <dgm:spPr/>
    </dgm:pt>
    <dgm:pt modelId="{6574E392-2273-4A33-B105-618CBFDC7609}" type="pres">
      <dgm:prSet presAssocID="{2E36A803-ED56-4B9A-A28F-12CAA7EF2C85}" presName="iconBgRect" presStyleLbl="bgShp" presStyleIdx="5" presStyleCnt="6"/>
      <dgm:spPr/>
    </dgm:pt>
    <dgm:pt modelId="{CD940DF0-06E4-47A2-8998-FD64B0867883}" type="pres">
      <dgm:prSet presAssocID="{2E36A803-ED56-4B9A-A28F-12CAA7EF2C85}" presName="iconRect" presStyleLbl="node1" presStyleIdx="5" presStyleCnt="6"/>
      <dgm:spPr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B25C9295-A1D0-48BC-BAAD-E2ECFC3B4FF2}" type="pres">
      <dgm:prSet presAssocID="{2E36A803-ED56-4B9A-A28F-12CAA7EF2C85}" presName="spaceRect" presStyleCnt="0"/>
      <dgm:spPr/>
    </dgm:pt>
    <dgm:pt modelId="{35647418-C287-43E4-A2D5-F6E140A7776F}" type="pres">
      <dgm:prSet presAssocID="{2E36A803-ED56-4B9A-A28F-12CAA7EF2C85}" presName="textRect" presStyleLbl="revTx" presStyleIdx="5" presStyleCnt="6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7B1BE6-FB49-45AF-BBD1-2CE1AFCB511D}" type="presOf" srcId="{35B1719B-24F7-44A6-BB96-89EE86F93C5D}" destId="{54AF53E8-758B-4258-96EB-9B6349997F74}" srcOrd="0" destOrd="0" presId="urn:microsoft.com/office/officeart/2018/2/layout/IconCircleList"/>
    <dgm:cxn modelId="{16012E60-E185-41C5-AA20-26EC5A5D0957}" srcId="{F6B7F838-3C74-41AB-AA2E-97960F1F60FA}" destId="{826DACFB-4A31-427F-B5F1-FE08F70401FC}" srcOrd="2" destOrd="0" parTransId="{6DA34E3F-C82A-48CB-A712-D724A59E06D7}" sibTransId="{C9FBD045-B981-420C-9C37-53D0518133B3}"/>
    <dgm:cxn modelId="{06F743AC-3F16-4F27-AC6A-48A8ABF2C1F0}" type="presOf" srcId="{716731EB-2144-4830-9E69-A03C5F034EE2}" destId="{8FC92C54-C78A-46BC-9D06-33A301052649}" srcOrd="0" destOrd="0" presId="urn:microsoft.com/office/officeart/2018/2/layout/IconCircleList"/>
    <dgm:cxn modelId="{CEF9EC78-157A-48BA-8BD8-5F4618486F0E}" srcId="{F6B7F838-3C74-41AB-AA2E-97960F1F60FA}" destId="{4BD9DF5D-B641-4D2B-A2B3-0D2EA25DDC67}" srcOrd="1" destOrd="0" parTransId="{18FF3690-30F7-49E8-AB40-A8AA23AD1F02}" sibTransId="{F3442A0E-42E1-41D7-80AB-071B4FBB2CCD}"/>
    <dgm:cxn modelId="{6B16073C-963E-4F76-B88E-CC11E465B978}" type="presOf" srcId="{4BD9DF5D-B641-4D2B-A2B3-0D2EA25DDC67}" destId="{F578CC29-418F-4A24-A636-5C101F84A50F}" srcOrd="0" destOrd="0" presId="urn:microsoft.com/office/officeart/2018/2/layout/IconCircleList"/>
    <dgm:cxn modelId="{0954A71C-F4B2-4832-A3DB-0F2DF7566E41}" srcId="{F6B7F838-3C74-41AB-AA2E-97960F1F60FA}" destId="{2F166FF1-EA5A-4B2F-A002-70CA58A712C5}" srcOrd="0" destOrd="0" parTransId="{22F863A8-0D60-43FA-A4E8-E12502F37084}" sibTransId="{95989D0B-7EC5-4469-A060-08A448CF6249}"/>
    <dgm:cxn modelId="{A5A518A0-7449-465F-B2AD-569EA34BDF21}" type="presOf" srcId="{826DACFB-4A31-427F-B5F1-FE08F70401FC}" destId="{45CF39E0-C3F2-4001-A8D2-35B8FFBED8C1}" srcOrd="0" destOrd="0" presId="urn:microsoft.com/office/officeart/2018/2/layout/IconCircleList"/>
    <dgm:cxn modelId="{8A3533C3-2C67-4EF2-A06E-687C5FDEF92E}" srcId="{F6B7F838-3C74-41AB-AA2E-97960F1F60FA}" destId="{716731EB-2144-4830-9E69-A03C5F034EE2}" srcOrd="3" destOrd="0" parTransId="{7AB9D633-D61E-4A1F-B111-2B9A0013BE61}" sibTransId="{99FC18E4-0EE9-41E5-BAF4-F1F6B29E82CA}"/>
    <dgm:cxn modelId="{E0A5B858-F78D-46CD-9E49-5F6409326C61}" srcId="{F6B7F838-3C74-41AB-AA2E-97960F1F60FA}" destId="{35B1719B-24F7-44A6-BB96-89EE86F93C5D}" srcOrd="4" destOrd="0" parTransId="{495DB8F8-5A54-406E-BE01-2732B6B2A0A5}" sibTransId="{4FEDBB9A-4D9C-4078-A39A-11B1131D7BEE}"/>
    <dgm:cxn modelId="{E4F28572-C93E-43B6-B1D1-0CE1472B51EC}" type="presOf" srcId="{F6B7F838-3C74-41AB-AA2E-97960F1F60FA}" destId="{D6A99257-C2A7-4B1E-82B5-D4C10207B685}" srcOrd="0" destOrd="0" presId="urn:microsoft.com/office/officeart/2018/2/layout/IconCircleList"/>
    <dgm:cxn modelId="{DE571425-2246-4F2A-8FE5-61808328AF05}" type="presOf" srcId="{2F166FF1-EA5A-4B2F-A002-70CA58A712C5}" destId="{C59E91AB-AE5A-47C5-8ACB-15F70E18A4E7}" srcOrd="0" destOrd="0" presId="urn:microsoft.com/office/officeart/2018/2/layout/IconCircleList"/>
    <dgm:cxn modelId="{7BF5C21C-E61C-4E4B-9146-5C49401CABA3}" type="presOf" srcId="{2E36A803-ED56-4B9A-A28F-12CAA7EF2C85}" destId="{35647418-C287-43E4-A2D5-F6E140A7776F}" srcOrd="0" destOrd="0" presId="urn:microsoft.com/office/officeart/2018/2/layout/IconCircleList"/>
    <dgm:cxn modelId="{77333C01-B324-4726-9229-20B96E8F490E}" type="presOf" srcId="{95989D0B-7EC5-4469-A060-08A448CF6249}" destId="{940792A3-90C2-4598-B166-23A3ACD7ECD1}" srcOrd="0" destOrd="0" presId="urn:microsoft.com/office/officeart/2018/2/layout/IconCircleList"/>
    <dgm:cxn modelId="{53A89648-9B16-4504-9E17-3ED2C5CB9E18}" type="presOf" srcId="{4FEDBB9A-4D9C-4078-A39A-11B1131D7BEE}" destId="{93FE37F5-1DF8-49DE-B585-B072B67CABEF}" srcOrd="0" destOrd="0" presId="urn:microsoft.com/office/officeart/2018/2/layout/IconCircleList"/>
    <dgm:cxn modelId="{12A7EE44-6A13-44B3-828B-EED7856D32F2}" type="presOf" srcId="{C9FBD045-B981-420C-9C37-53D0518133B3}" destId="{AC3204EB-E5F9-4582-8375-22BB5648C3A8}" srcOrd="0" destOrd="0" presId="urn:microsoft.com/office/officeart/2018/2/layout/IconCircleList"/>
    <dgm:cxn modelId="{ACAFEB31-B9E9-44D8-B908-26F73A986950}" type="presOf" srcId="{99FC18E4-0EE9-41E5-BAF4-F1F6B29E82CA}" destId="{ABED325C-715E-48D8-9B68-EA90AAA27F80}" srcOrd="0" destOrd="0" presId="urn:microsoft.com/office/officeart/2018/2/layout/IconCircleList"/>
    <dgm:cxn modelId="{3566265D-5CDA-40F7-AAC2-AFE769C4AEC8}" srcId="{F6B7F838-3C74-41AB-AA2E-97960F1F60FA}" destId="{2E36A803-ED56-4B9A-A28F-12CAA7EF2C85}" srcOrd="5" destOrd="0" parTransId="{929C4AE2-A8D4-42E6-8F10-6AC04516DAB7}" sibTransId="{473C306E-8A96-4BDB-B12B-A3DBD03B282D}"/>
    <dgm:cxn modelId="{F925B139-310E-4FDD-A14D-E8DA7D669C1B}" type="presOf" srcId="{F3442A0E-42E1-41D7-80AB-071B4FBB2CCD}" destId="{D228BE02-4C04-49C4-92CA-EB856D95388E}" srcOrd="0" destOrd="0" presId="urn:microsoft.com/office/officeart/2018/2/layout/IconCircleList"/>
    <dgm:cxn modelId="{F70140A5-F891-4DA0-BE2D-4A2AA10D05EE}" type="presParOf" srcId="{D6A99257-C2A7-4B1E-82B5-D4C10207B685}" destId="{3FEC26E6-5EDB-4AE2-99B8-9D13A9DC99CD}" srcOrd="0" destOrd="0" presId="urn:microsoft.com/office/officeart/2018/2/layout/IconCircleList"/>
    <dgm:cxn modelId="{AE112EA6-8E6F-4311-95D8-4BFCA50C1817}" type="presParOf" srcId="{3FEC26E6-5EDB-4AE2-99B8-9D13A9DC99CD}" destId="{F00DBA8E-291D-4054-AF9E-1195BE5267FF}" srcOrd="0" destOrd="0" presId="urn:microsoft.com/office/officeart/2018/2/layout/IconCircleList"/>
    <dgm:cxn modelId="{C27DA944-7CFB-439D-AB03-1727DED4306D}" type="presParOf" srcId="{F00DBA8E-291D-4054-AF9E-1195BE5267FF}" destId="{3FFB45C0-A6F3-42E8-810F-3EBBB863B91E}" srcOrd="0" destOrd="0" presId="urn:microsoft.com/office/officeart/2018/2/layout/IconCircleList"/>
    <dgm:cxn modelId="{4CC068CF-5D17-4D76-9EC5-935FC48AC590}" type="presParOf" srcId="{F00DBA8E-291D-4054-AF9E-1195BE5267FF}" destId="{DC9186AE-DE43-465C-BCF7-0B9EC5E2C74B}" srcOrd="1" destOrd="0" presId="urn:microsoft.com/office/officeart/2018/2/layout/IconCircleList"/>
    <dgm:cxn modelId="{E49B298D-A5F5-46E2-B829-2802D23F775F}" type="presParOf" srcId="{F00DBA8E-291D-4054-AF9E-1195BE5267FF}" destId="{FFC385C7-292C-48B0-9273-C6A0C29DE0EA}" srcOrd="2" destOrd="0" presId="urn:microsoft.com/office/officeart/2018/2/layout/IconCircleList"/>
    <dgm:cxn modelId="{3DF44115-B497-40CF-A732-A59238A4B95A}" type="presParOf" srcId="{F00DBA8E-291D-4054-AF9E-1195BE5267FF}" destId="{C59E91AB-AE5A-47C5-8ACB-15F70E18A4E7}" srcOrd="3" destOrd="0" presId="urn:microsoft.com/office/officeart/2018/2/layout/IconCircleList"/>
    <dgm:cxn modelId="{C5393706-EB74-4B05-80CE-DA5CB3ED0476}" type="presParOf" srcId="{3FEC26E6-5EDB-4AE2-99B8-9D13A9DC99CD}" destId="{940792A3-90C2-4598-B166-23A3ACD7ECD1}" srcOrd="1" destOrd="0" presId="urn:microsoft.com/office/officeart/2018/2/layout/IconCircleList"/>
    <dgm:cxn modelId="{06E88150-80F0-485A-844B-FF29B87A7EAB}" type="presParOf" srcId="{3FEC26E6-5EDB-4AE2-99B8-9D13A9DC99CD}" destId="{14D8FD2B-9756-4414-867B-1056DCD0D69F}" srcOrd="2" destOrd="0" presId="urn:microsoft.com/office/officeart/2018/2/layout/IconCircleList"/>
    <dgm:cxn modelId="{64A9C732-14AF-42E1-9F45-22AA4DB1E600}" type="presParOf" srcId="{14D8FD2B-9756-4414-867B-1056DCD0D69F}" destId="{C201DD20-7907-42EC-BD21-54D94DA58D6B}" srcOrd="0" destOrd="0" presId="urn:microsoft.com/office/officeart/2018/2/layout/IconCircleList"/>
    <dgm:cxn modelId="{F07DB0A6-4555-49C1-9ABD-FD17C60C64EA}" type="presParOf" srcId="{14D8FD2B-9756-4414-867B-1056DCD0D69F}" destId="{A2BC2AD5-8921-42B5-AADF-CD31C8240292}" srcOrd="1" destOrd="0" presId="urn:microsoft.com/office/officeart/2018/2/layout/IconCircleList"/>
    <dgm:cxn modelId="{2E7CA55F-3505-4116-8824-1E15CF8F0599}" type="presParOf" srcId="{14D8FD2B-9756-4414-867B-1056DCD0D69F}" destId="{47204CBA-D09E-4B1B-B844-9198BA4165A4}" srcOrd="2" destOrd="0" presId="urn:microsoft.com/office/officeart/2018/2/layout/IconCircleList"/>
    <dgm:cxn modelId="{E65A2E3F-9A0E-4B28-B3C2-EDDDAACC36A6}" type="presParOf" srcId="{14D8FD2B-9756-4414-867B-1056DCD0D69F}" destId="{F578CC29-418F-4A24-A636-5C101F84A50F}" srcOrd="3" destOrd="0" presId="urn:microsoft.com/office/officeart/2018/2/layout/IconCircleList"/>
    <dgm:cxn modelId="{D9B544BA-7627-403C-93D1-00A8F296E9C6}" type="presParOf" srcId="{3FEC26E6-5EDB-4AE2-99B8-9D13A9DC99CD}" destId="{D228BE02-4C04-49C4-92CA-EB856D95388E}" srcOrd="3" destOrd="0" presId="urn:microsoft.com/office/officeart/2018/2/layout/IconCircleList"/>
    <dgm:cxn modelId="{B1726591-38B8-4918-A017-99C0BBC264C0}" type="presParOf" srcId="{3FEC26E6-5EDB-4AE2-99B8-9D13A9DC99CD}" destId="{563F7659-717B-4740-AC68-E01FC2B3CFF7}" srcOrd="4" destOrd="0" presId="urn:microsoft.com/office/officeart/2018/2/layout/IconCircleList"/>
    <dgm:cxn modelId="{65A9AE96-7D4E-4E7A-A676-0DFD1D0A6C69}" type="presParOf" srcId="{563F7659-717B-4740-AC68-E01FC2B3CFF7}" destId="{FE311585-6E41-4581-94BA-2EE700DCA7F3}" srcOrd="0" destOrd="0" presId="urn:microsoft.com/office/officeart/2018/2/layout/IconCircleList"/>
    <dgm:cxn modelId="{B826E789-6810-4804-A110-16592AF89262}" type="presParOf" srcId="{563F7659-717B-4740-AC68-E01FC2B3CFF7}" destId="{95C9CB0D-5853-4275-B306-61B50970B4F4}" srcOrd="1" destOrd="0" presId="urn:microsoft.com/office/officeart/2018/2/layout/IconCircleList"/>
    <dgm:cxn modelId="{06EC59BC-C48C-41C5-AF56-0A649C20E711}" type="presParOf" srcId="{563F7659-717B-4740-AC68-E01FC2B3CFF7}" destId="{8CD25CE1-4F27-4BA0-BBB4-23F77C6C62CA}" srcOrd="2" destOrd="0" presId="urn:microsoft.com/office/officeart/2018/2/layout/IconCircleList"/>
    <dgm:cxn modelId="{FD89AC44-2C3C-4E5E-BD20-EDE1F8E06E85}" type="presParOf" srcId="{563F7659-717B-4740-AC68-E01FC2B3CFF7}" destId="{45CF39E0-C3F2-4001-A8D2-35B8FFBED8C1}" srcOrd="3" destOrd="0" presId="urn:microsoft.com/office/officeart/2018/2/layout/IconCircleList"/>
    <dgm:cxn modelId="{E43A0305-5A03-4B46-8868-9D6E073FD305}" type="presParOf" srcId="{3FEC26E6-5EDB-4AE2-99B8-9D13A9DC99CD}" destId="{AC3204EB-E5F9-4582-8375-22BB5648C3A8}" srcOrd="5" destOrd="0" presId="urn:microsoft.com/office/officeart/2018/2/layout/IconCircleList"/>
    <dgm:cxn modelId="{51505386-8B3C-49A5-BA31-3E19380FC9AA}" type="presParOf" srcId="{3FEC26E6-5EDB-4AE2-99B8-9D13A9DC99CD}" destId="{513D9903-6BCC-413F-9CED-E1BE29521B6C}" srcOrd="6" destOrd="0" presId="urn:microsoft.com/office/officeart/2018/2/layout/IconCircleList"/>
    <dgm:cxn modelId="{973D6088-6841-4398-91EA-5280AA39002B}" type="presParOf" srcId="{513D9903-6BCC-413F-9CED-E1BE29521B6C}" destId="{75A58A2D-E0ED-46FD-83AB-E5318BE00FA8}" srcOrd="0" destOrd="0" presId="urn:microsoft.com/office/officeart/2018/2/layout/IconCircleList"/>
    <dgm:cxn modelId="{DA80354A-B91F-4786-8660-B962754D31BE}" type="presParOf" srcId="{513D9903-6BCC-413F-9CED-E1BE29521B6C}" destId="{D1403B08-CB28-4C81-8A70-2116F572895A}" srcOrd="1" destOrd="0" presId="urn:microsoft.com/office/officeart/2018/2/layout/IconCircleList"/>
    <dgm:cxn modelId="{AD56E3AB-B244-46B7-A512-549C712DE4B5}" type="presParOf" srcId="{513D9903-6BCC-413F-9CED-E1BE29521B6C}" destId="{73E13431-48C7-4455-946F-FD2D01677F81}" srcOrd="2" destOrd="0" presId="urn:microsoft.com/office/officeart/2018/2/layout/IconCircleList"/>
    <dgm:cxn modelId="{F88AF0D9-8DFB-4020-885E-3CDF367A67BD}" type="presParOf" srcId="{513D9903-6BCC-413F-9CED-E1BE29521B6C}" destId="{8FC92C54-C78A-46BC-9D06-33A301052649}" srcOrd="3" destOrd="0" presId="urn:microsoft.com/office/officeart/2018/2/layout/IconCircleList"/>
    <dgm:cxn modelId="{804EF8F2-04B6-4939-A6CC-AA9F8A86A581}" type="presParOf" srcId="{3FEC26E6-5EDB-4AE2-99B8-9D13A9DC99CD}" destId="{ABED325C-715E-48D8-9B68-EA90AAA27F80}" srcOrd="7" destOrd="0" presId="urn:microsoft.com/office/officeart/2018/2/layout/IconCircleList"/>
    <dgm:cxn modelId="{2F212548-8916-4BE5-8C50-6E6A27F19D6A}" type="presParOf" srcId="{3FEC26E6-5EDB-4AE2-99B8-9D13A9DC99CD}" destId="{1CB165F5-1EF1-435E-BB60-9CDE577059C6}" srcOrd="8" destOrd="0" presId="urn:microsoft.com/office/officeart/2018/2/layout/IconCircleList"/>
    <dgm:cxn modelId="{C6B7D947-A80F-4AF8-9316-62A118E5D76F}" type="presParOf" srcId="{1CB165F5-1EF1-435E-BB60-9CDE577059C6}" destId="{FEB9CFFA-7A92-4D1A-825E-EBB8E928CD9F}" srcOrd="0" destOrd="0" presId="urn:microsoft.com/office/officeart/2018/2/layout/IconCircleList"/>
    <dgm:cxn modelId="{56D07975-A701-4D7A-B6FA-E27663B17605}" type="presParOf" srcId="{1CB165F5-1EF1-435E-BB60-9CDE577059C6}" destId="{D95A97FD-478D-4852-B261-7A82E7A42208}" srcOrd="1" destOrd="0" presId="urn:microsoft.com/office/officeart/2018/2/layout/IconCircleList"/>
    <dgm:cxn modelId="{51B9B016-C38F-4968-9E56-D173F07B6BFD}" type="presParOf" srcId="{1CB165F5-1EF1-435E-BB60-9CDE577059C6}" destId="{2B379CD6-6E18-4F49-ADF6-852C678C1101}" srcOrd="2" destOrd="0" presId="urn:microsoft.com/office/officeart/2018/2/layout/IconCircleList"/>
    <dgm:cxn modelId="{88EF1FA5-0638-409E-8DCF-E306487407C3}" type="presParOf" srcId="{1CB165F5-1EF1-435E-BB60-9CDE577059C6}" destId="{54AF53E8-758B-4258-96EB-9B6349997F74}" srcOrd="3" destOrd="0" presId="urn:microsoft.com/office/officeart/2018/2/layout/IconCircleList"/>
    <dgm:cxn modelId="{07E57658-A3B4-432C-B0F7-33B9495A47DB}" type="presParOf" srcId="{3FEC26E6-5EDB-4AE2-99B8-9D13A9DC99CD}" destId="{93FE37F5-1DF8-49DE-B585-B072B67CABEF}" srcOrd="9" destOrd="0" presId="urn:microsoft.com/office/officeart/2018/2/layout/IconCircleList"/>
    <dgm:cxn modelId="{19D328F1-560D-4941-8226-C4A18602105F}" type="presParOf" srcId="{3FEC26E6-5EDB-4AE2-99B8-9D13A9DC99CD}" destId="{0811A700-5314-4FFA-86ED-36326C2C01D9}" srcOrd="10" destOrd="0" presId="urn:microsoft.com/office/officeart/2018/2/layout/IconCircleList"/>
    <dgm:cxn modelId="{010F3943-9E04-4B84-B937-10899A25A755}" type="presParOf" srcId="{0811A700-5314-4FFA-86ED-36326C2C01D9}" destId="{6574E392-2273-4A33-B105-618CBFDC7609}" srcOrd="0" destOrd="0" presId="urn:microsoft.com/office/officeart/2018/2/layout/IconCircleList"/>
    <dgm:cxn modelId="{5AB9E6B8-9356-48C3-ABC8-2DDF1FD84363}" type="presParOf" srcId="{0811A700-5314-4FFA-86ED-36326C2C01D9}" destId="{CD940DF0-06E4-47A2-8998-FD64B0867883}" srcOrd="1" destOrd="0" presId="urn:microsoft.com/office/officeart/2018/2/layout/IconCircleList"/>
    <dgm:cxn modelId="{F9D18DC5-CF29-4F94-B3F0-C55660498B71}" type="presParOf" srcId="{0811A700-5314-4FFA-86ED-36326C2C01D9}" destId="{B25C9295-A1D0-48BC-BAAD-E2ECFC3B4FF2}" srcOrd="2" destOrd="0" presId="urn:microsoft.com/office/officeart/2018/2/layout/IconCircleList"/>
    <dgm:cxn modelId="{08DDFADC-7B0E-41B2-AC80-93ECD147F00C}" type="presParOf" srcId="{0811A700-5314-4FFA-86ED-36326C2C01D9}" destId="{35647418-C287-43E4-A2D5-F6E140A7776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D176C-C666-4F1B-8989-193A42DA649B}">
      <dsp:nvSpPr>
        <dsp:cNvPr id="0" name=""/>
        <dsp:cNvSpPr/>
      </dsp:nvSpPr>
      <dsp:spPr>
        <a:xfrm>
          <a:off x="0" y="0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29C563-478C-4005-949F-0FA8C0D948F9}">
      <dsp:nvSpPr>
        <dsp:cNvPr id="0" name=""/>
        <dsp:cNvSpPr/>
      </dsp:nvSpPr>
      <dsp:spPr>
        <a:xfrm>
          <a:off x="0" y="0"/>
          <a:ext cx="6172412" cy="12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/>
            <a:t>RQ:</a:t>
          </a:r>
          <a:br>
            <a:rPr lang="en-GB" sz="2100" kern="1200"/>
          </a:br>
          <a:r>
            <a:rPr lang="en-GB" sz="2100" kern="1200"/>
            <a:t>Is there a statistically significant correlation between a country’s Median Age (2021) and Death Rate (2021)?</a:t>
          </a:r>
          <a:endParaRPr lang="en-US" sz="2100" kern="1200"/>
        </a:p>
      </dsp:txBody>
      <dsp:txXfrm>
        <a:off x="0" y="0"/>
        <a:ext cx="6172412" cy="1299374"/>
      </dsp:txXfrm>
    </dsp:sp>
    <dsp:sp modelId="{7589D635-E8ED-4036-8A81-599C9E80EF2C}">
      <dsp:nvSpPr>
        <dsp:cNvPr id="0" name=""/>
        <dsp:cNvSpPr/>
      </dsp:nvSpPr>
      <dsp:spPr>
        <a:xfrm>
          <a:off x="0" y="1299374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37520-EC28-4D43-8C8F-9E4D3BA459C1}">
      <dsp:nvSpPr>
        <dsp:cNvPr id="0" name=""/>
        <dsp:cNvSpPr/>
      </dsp:nvSpPr>
      <dsp:spPr>
        <a:xfrm>
          <a:off x="0" y="1299374"/>
          <a:ext cx="6172412" cy="12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/>
            <a:t>Hypotheses:</a:t>
          </a:r>
          <a:endParaRPr lang="en-US" sz="2100" kern="1200"/>
        </a:p>
      </dsp:txBody>
      <dsp:txXfrm>
        <a:off x="0" y="1299374"/>
        <a:ext cx="6172412" cy="1299374"/>
      </dsp:txXfrm>
    </dsp:sp>
    <dsp:sp modelId="{85678986-608E-4F28-A16A-ADB8EDB00A73}">
      <dsp:nvSpPr>
        <dsp:cNvPr id="0" name=""/>
        <dsp:cNvSpPr/>
      </dsp:nvSpPr>
      <dsp:spPr>
        <a:xfrm>
          <a:off x="0" y="2598748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8546C-2290-47C9-AC37-5AA665328190}">
      <dsp:nvSpPr>
        <dsp:cNvPr id="0" name=""/>
        <dsp:cNvSpPr/>
      </dsp:nvSpPr>
      <dsp:spPr>
        <a:xfrm>
          <a:off x="0" y="2598748"/>
          <a:ext cx="6172412" cy="12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/>
            <a:t>H0: There is no correlation between median age and death rate.</a:t>
          </a:r>
          <a:endParaRPr lang="en-US" sz="2100" kern="1200"/>
        </a:p>
      </dsp:txBody>
      <dsp:txXfrm>
        <a:off x="0" y="2598748"/>
        <a:ext cx="6172412" cy="1299374"/>
      </dsp:txXfrm>
    </dsp:sp>
    <dsp:sp modelId="{80F3E360-6852-4C8E-B62C-3370A9D14020}">
      <dsp:nvSpPr>
        <dsp:cNvPr id="0" name=""/>
        <dsp:cNvSpPr/>
      </dsp:nvSpPr>
      <dsp:spPr>
        <a:xfrm>
          <a:off x="0" y="3898122"/>
          <a:ext cx="61724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EF8B99-23DC-4AD3-B856-37242F4902F8}">
      <dsp:nvSpPr>
        <dsp:cNvPr id="0" name=""/>
        <dsp:cNvSpPr/>
      </dsp:nvSpPr>
      <dsp:spPr>
        <a:xfrm>
          <a:off x="0" y="3898122"/>
          <a:ext cx="6172412" cy="12993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100" kern="1200"/>
            <a:t>H1: There is a correlation between median age and death rate.</a:t>
          </a:r>
          <a:endParaRPr lang="en-US" sz="2100" kern="1200"/>
        </a:p>
      </dsp:txBody>
      <dsp:txXfrm>
        <a:off x="0" y="3898122"/>
        <a:ext cx="6172412" cy="12993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8F7CCF-382A-4A19-9678-DE594F3FE2C4}">
      <dsp:nvSpPr>
        <dsp:cNvPr id="0" name=""/>
        <dsp:cNvSpPr/>
      </dsp:nvSpPr>
      <dsp:spPr>
        <a:xfrm>
          <a:off x="0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Pearson Correlation Test (R output):</a:t>
          </a:r>
          <a:endParaRPr lang="en-US" sz="1900" kern="1200"/>
        </a:p>
      </dsp:txBody>
      <dsp:txXfrm>
        <a:off x="0" y="669869"/>
        <a:ext cx="1928878" cy="1157327"/>
      </dsp:txXfrm>
    </dsp:sp>
    <dsp:sp modelId="{B518E012-8DF0-4402-8FD0-BF839DF83ECA}">
      <dsp:nvSpPr>
        <dsp:cNvPr id="0" name=""/>
        <dsp:cNvSpPr/>
      </dsp:nvSpPr>
      <dsp:spPr>
        <a:xfrm>
          <a:off x="2121766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Correlation coefficient (r = 0.303)</a:t>
          </a:r>
          <a:endParaRPr lang="en-US" sz="1900" kern="1200"/>
        </a:p>
      </dsp:txBody>
      <dsp:txXfrm>
        <a:off x="2121766" y="669869"/>
        <a:ext cx="1928878" cy="1157327"/>
      </dsp:txXfrm>
    </dsp:sp>
    <dsp:sp modelId="{5E615D4E-1F25-4E9D-94FD-AAE63B898E7C}">
      <dsp:nvSpPr>
        <dsp:cNvPr id="0" name=""/>
        <dsp:cNvSpPr/>
      </dsp:nvSpPr>
      <dsp:spPr>
        <a:xfrm>
          <a:off x="4243533" y="669869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p-value = 3.94e-06</a:t>
          </a:r>
          <a:endParaRPr lang="en-US" sz="1900" kern="1200"/>
        </a:p>
      </dsp:txBody>
      <dsp:txXfrm>
        <a:off x="4243533" y="669869"/>
        <a:ext cx="1928878" cy="1157327"/>
      </dsp:txXfrm>
    </dsp:sp>
    <dsp:sp modelId="{EEC44ED6-66BE-4809-A003-AAECBD7FC0E3}">
      <dsp:nvSpPr>
        <dsp:cNvPr id="0" name=""/>
        <dsp:cNvSpPr/>
      </dsp:nvSpPr>
      <dsp:spPr>
        <a:xfrm>
          <a:off x="0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95% CI: 0.1719 – 0.4180</a:t>
          </a:r>
          <a:br>
            <a:rPr lang="en-GB" sz="1900" kern="1200"/>
          </a:br>
          <a:r>
            <a:rPr lang="en-GB" sz="1900" kern="1200"/>
            <a:t>Interpretation:</a:t>
          </a:r>
          <a:endParaRPr lang="en-US" sz="1900" kern="1200"/>
        </a:p>
      </dsp:txBody>
      <dsp:txXfrm>
        <a:off x="0" y="2020084"/>
        <a:ext cx="1928878" cy="1157327"/>
      </dsp:txXfrm>
    </dsp:sp>
    <dsp:sp modelId="{7382B00B-913F-4800-8D26-3588DBA45327}">
      <dsp:nvSpPr>
        <dsp:cNvPr id="0" name=""/>
        <dsp:cNvSpPr/>
      </dsp:nvSpPr>
      <dsp:spPr>
        <a:xfrm>
          <a:off x="2121766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Weak-to-moderate positive correlation</a:t>
          </a:r>
          <a:endParaRPr lang="en-US" sz="1900" kern="1200"/>
        </a:p>
      </dsp:txBody>
      <dsp:txXfrm>
        <a:off x="2121766" y="2020084"/>
        <a:ext cx="1928878" cy="1157327"/>
      </dsp:txXfrm>
    </dsp:sp>
    <dsp:sp modelId="{55F1C571-0A77-4851-9226-4E6E0F09581F}">
      <dsp:nvSpPr>
        <dsp:cNvPr id="0" name=""/>
        <dsp:cNvSpPr/>
      </dsp:nvSpPr>
      <dsp:spPr>
        <a:xfrm>
          <a:off x="4243533" y="2020084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Statistically significant (p &lt; 0.05)</a:t>
          </a:r>
          <a:endParaRPr lang="en-US" sz="1900" kern="1200"/>
        </a:p>
      </dsp:txBody>
      <dsp:txXfrm>
        <a:off x="4243533" y="2020084"/>
        <a:ext cx="1928878" cy="1157327"/>
      </dsp:txXfrm>
    </dsp:sp>
    <dsp:sp modelId="{9333EE1F-3C1C-4E14-B1B6-32C1ED155CA6}">
      <dsp:nvSpPr>
        <dsp:cNvPr id="0" name=""/>
        <dsp:cNvSpPr/>
      </dsp:nvSpPr>
      <dsp:spPr>
        <a:xfrm>
          <a:off x="2121766" y="3370300"/>
          <a:ext cx="1928878" cy="11573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/>
            <a:t>Reject the null hypothesis (H0)</a:t>
          </a:r>
          <a:endParaRPr lang="en-US" sz="1900" kern="1200"/>
        </a:p>
      </dsp:txBody>
      <dsp:txXfrm>
        <a:off x="2121766" y="3370300"/>
        <a:ext cx="1928878" cy="11573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B45C0-A6F3-42E8-810F-3EBBB863B91E}">
      <dsp:nvSpPr>
        <dsp:cNvPr id="0" name=""/>
        <dsp:cNvSpPr/>
      </dsp:nvSpPr>
      <dsp:spPr>
        <a:xfrm>
          <a:off x="267087" y="587127"/>
          <a:ext cx="806271" cy="8062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186AE-DE43-465C-BCF7-0B9EC5E2C74B}">
      <dsp:nvSpPr>
        <dsp:cNvPr id="0" name=""/>
        <dsp:cNvSpPr/>
      </dsp:nvSpPr>
      <dsp:spPr>
        <a:xfrm>
          <a:off x="436404" y="756444"/>
          <a:ext cx="467637" cy="46763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9E91AB-AE5A-47C5-8ACB-15F70E18A4E7}">
      <dsp:nvSpPr>
        <dsp:cNvPr id="0" name=""/>
        <dsp:cNvSpPr/>
      </dsp:nvSpPr>
      <dsp:spPr>
        <a:xfrm>
          <a:off x="1246130" y="587127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/>
            <a:t>Each group member’s contribution:</a:t>
          </a:r>
          <a:endParaRPr lang="en-US" sz="1500" kern="1200"/>
        </a:p>
      </dsp:txBody>
      <dsp:txXfrm>
        <a:off x="1246130" y="587127"/>
        <a:ext cx="1900496" cy="806271"/>
      </dsp:txXfrm>
    </dsp:sp>
    <dsp:sp modelId="{C201DD20-7907-42EC-BD21-54D94DA58D6B}">
      <dsp:nvSpPr>
        <dsp:cNvPr id="0" name=""/>
        <dsp:cNvSpPr/>
      </dsp:nvSpPr>
      <dsp:spPr>
        <a:xfrm>
          <a:off x="3477773" y="587127"/>
          <a:ext cx="806271" cy="80627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BC2AD5-8921-42B5-AADF-CD31C8240292}">
      <dsp:nvSpPr>
        <dsp:cNvPr id="0" name=""/>
        <dsp:cNvSpPr/>
      </dsp:nvSpPr>
      <dsp:spPr>
        <a:xfrm>
          <a:off x="3647090" y="756444"/>
          <a:ext cx="467637" cy="4676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78CC29-418F-4A24-A636-5C101F84A50F}">
      <dsp:nvSpPr>
        <dsp:cNvPr id="0" name=""/>
        <dsp:cNvSpPr/>
      </dsp:nvSpPr>
      <dsp:spPr>
        <a:xfrm>
          <a:off x="4456817" y="587127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/>
            <a:t>Vinitha: Data cleaning, CSV preparation, variable selection</a:t>
          </a:r>
          <a:endParaRPr lang="en-US" sz="1500" kern="1200" dirty="0"/>
        </a:p>
      </dsp:txBody>
      <dsp:txXfrm>
        <a:off x="4456817" y="587127"/>
        <a:ext cx="1900496" cy="806271"/>
      </dsp:txXfrm>
    </dsp:sp>
    <dsp:sp modelId="{FE311585-6E41-4581-94BA-2EE700DCA7F3}">
      <dsp:nvSpPr>
        <dsp:cNvPr id="0" name=""/>
        <dsp:cNvSpPr/>
      </dsp:nvSpPr>
      <dsp:spPr>
        <a:xfrm>
          <a:off x="6688460" y="587127"/>
          <a:ext cx="806271" cy="80627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9CB0D-5853-4275-B306-61B50970B4F4}">
      <dsp:nvSpPr>
        <dsp:cNvPr id="0" name=""/>
        <dsp:cNvSpPr/>
      </dsp:nvSpPr>
      <dsp:spPr>
        <a:xfrm>
          <a:off x="6857777" y="756444"/>
          <a:ext cx="467637" cy="467637"/>
        </a:xfrm>
        <a:prstGeom prst="rect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CF39E0-C3F2-4001-A8D2-35B8FFBED8C1}">
      <dsp:nvSpPr>
        <dsp:cNvPr id="0" name=""/>
        <dsp:cNvSpPr/>
      </dsp:nvSpPr>
      <dsp:spPr>
        <a:xfrm>
          <a:off x="7667503" y="587127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/>
            <a:t>Navyasree : R coding, correlation test, regression model</a:t>
          </a:r>
          <a:endParaRPr lang="en-US" sz="1500" kern="1200" dirty="0"/>
        </a:p>
      </dsp:txBody>
      <dsp:txXfrm>
        <a:off x="7667503" y="587127"/>
        <a:ext cx="1900496" cy="806271"/>
      </dsp:txXfrm>
    </dsp:sp>
    <dsp:sp modelId="{75A58A2D-E0ED-46FD-83AB-E5318BE00FA8}">
      <dsp:nvSpPr>
        <dsp:cNvPr id="0" name=""/>
        <dsp:cNvSpPr/>
      </dsp:nvSpPr>
      <dsp:spPr>
        <a:xfrm>
          <a:off x="267087" y="1964188"/>
          <a:ext cx="806271" cy="80627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03B08-CB28-4C81-8A70-2116F572895A}">
      <dsp:nvSpPr>
        <dsp:cNvPr id="0" name=""/>
        <dsp:cNvSpPr/>
      </dsp:nvSpPr>
      <dsp:spPr>
        <a:xfrm>
          <a:off x="436404" y="2133505"/>
          <a:ext cx="467637" cy="467637"/>
        </a:xfrm>
        <a:prstGeom prst="rect">
          <a:avLst/>
        </a:prstGeom>
        <a:blipFill>
          <a:blip xmlns:r="http://schemas.openxmlformats.org/officeDocument/2006/relationships"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92C54-C78A-46BC-9D06-33A301052649}">
      <dsp:nvSpPr>
        <dsp:cNvPr id="0" name=""/>
        <dsp:cNvSpPr/>
      </dsp:nvSpPr>
      <dsp:spPr>
        <a:xfrm>
          <a:off x="1246130" y="196418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/>
            <a:t>Vivek: Visualizations (scatter plot + histogram)</a:t>
          </a:r>
          <a:endParaRPr lang="en-US" sz="1500" kern="1200" dirty="0"/>
        </a:p>
      </dsp:txBody>
      <dsp:txXfrm>
        <a:off x="1246130" y="1964188"/>
        <a:ext cx="1900496" cy="806271"/>
      </dsp:txXfrm>
    </dsp:sp>
    <dsp:sp modelId="{FEB9CFFA-7A92-4D1A-825E-EBB8E928CD9F}">
      <dsp:nvSpPr>
        <dsp:cNvPr id="0" name=""/>
        <dsp:cNvSpPr/>
      </dsp:nvSpPr>
      <dsp:spPr>
        <a:xfrm>
          <a:off x="3477773" y="1964188"/>
          <a:ext cx="806271" cy="80627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A97FD-478D-4852-B261-7A82E7A42208}">
      <dsp:nvSpPr>
        <dsp:cNvPr id="0" name=""/>
        <dsp:cNvSpPr/>
      </dsp:nvSpPr>
      <dsp:spPr>
        <a:xfrm>
          <a:off x="3647090" y="2133505"/>
          <a:ext cx="467637" cy="467637"/>
        </a:xfrm>
        <a:prstGeom prst="rect">
          <a:avLst/>
        </a:prstGeom>
        <a:blipFill>
          <a:blip xmlns:r="http://schemas.openxmlformats.org/officeDocument/2006/relationships"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AF53E8-758B-4258-96EB-9B6349997F74}">
      <dsp:nvSpPr>
        <dsp:cNvPr id="0" name=""/>
        <dsp:cNvSpPr/>
      </dsp:nvSpPr>
      <dsp:spPr>
        <a:xfrm>
          <a:off x="4456817" y="196418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 err="1"/>
            <a:t>RanjithReddy</a:t>
          </a:r>
          <a:r>
            <a:rPr lang="en-IN" sz="1500" kern="1200" dirty="0"/>
            <a:t>: Report writing (intro, background, interpretation)</a:t>
          </a:r>
          <a:endParaRPr lang="en-US" sz="1500" kern="1200" dirty="0"/>
        </a:p>
      </dsp:txBody>
      <dsp:txXfrm>
        <a:off x="4456817" y="1964188"/>
        <a:ext cx="1900496" cy="806271"/>
      </dsp:txXfrm>
    </dsp:sp>
    <dsp:sp modelId="{6574E392-2273-4A33-B105-618CBFDC7609}">
      <dsp:nvSpPr>
        <dsp:cNvPr id="0" name=""/>
        <dsp:cNvSpPr/>
      </dsp:nvSpPr>
      <dsp:spPr>
        <a:xfrm>
          <a:off x="6688460" y="1964188"/>
          <a:ext cx="806271" cy="80627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40DF0-06E4-47A2-8998-FD64B0867883}">
      <dsp:nvSpPr>
        <dsp:cNvPr id="0" name=""/>
        <dsp:cNvSpPr/>
      </dsp:nvSpPr>
      <dsp:spPr>
        <a:xfrm>
          <a:off x="6857777" y="2133505"/>
          <a:ext cx="467637" cy="467637"/>
        </a:xfrm>
        <a:prstGeom prst="rect">
          <a:avLst/>
        </a:prstGeom>
        <a:blipFill>
          <a:blip xmlns:r="http://schemas.openxmlformats.org/officeDocument/2006/relationships"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47418-C287-43E4-A2D5-F6E140A7776F}">
      <dsp:nvSpPr>
        <dsp:cNvPr id="0" name=""/>
        <dsp:cNvSpPr/>
      </dsp:nvSpPr>
      <dsp:spPr>
        <a:xfrm>
          <a:off x="7667503" y="1964188"/>
          <a:ext cx="1900496" cy="806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/>
            <a:t>Student 5: GitHub upload, R Markdown formatting, PPT preparation</a:t>
          </a:r>
          <a:endParaRPr lang="en-US" sz="1500" kern="1200"/>
        </a:p>
      </dsp:txBody>
      <dsp:txXfrm>
        <a:off x="7667503" y="1964188"/>
        <a:ext cx="1900496" cy="8062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xmlns="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xmlns="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xmlns="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xmlns="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861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08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2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57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xmlns="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062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313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xmlns="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xmlns="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xmlns="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31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92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485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xmlns="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24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69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13" r:id="rId4"/>
    <p:sldLayoutId id="2147483714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CA22F210-7186-4074-94C5-FAD2C2EB15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ED93057-B056-4D1D-B0DA-F1619DAAF5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825689"/>
            <a:ext cx="6795928" cy="259421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DDF8FE-770C-3ABD-4152-7E43CC1E2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5103" y="1057522"/>
            <a:ext cx="4741843" cy="2173433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</a:pPr>
            <a:r>
              <a:rPr lang="en-GB" sz="2800">
                <a:solidFill>
                  <a:schemeClr val="bg1"/>
                </a:solidFill>
              </a:rPr>
              <a:t>Relationship Between Median Age and Death Rate (2021)</a:t>
            </a: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B7A0170-19E8-5C74-40C2-56EEF97FB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5104" y="3751119"/>
            <a:ext cx="4797502" cy="1606163"/>
          </a:xfrm>
        </p:spPr>
        <p:txBody>
          <a:bodyPr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GB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</a:t>
            </a:r>
            <a:r>
              <a:rPr lang="en-GB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7COM1079 – Team Research </a:t>
            </a:r>
            <a:r>
              <a:rPr lang="en-GB" sz="1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GB" sz="180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en-GB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GB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RStudio, GitHub, ggplot2</a:t>
            </a:r>
            <a:endParaRPr lang="en-IN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F5B41592-BC5E-4AE2-8CA7-91C73FD8F7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889697"/>
            <a:ext cx="1070775" cy="2466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B574A3D-9991-4D4A-91DF-0D0DE47DB3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5A56255-4961-41E1-887B-7319F23C909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339893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3E77F86-B641-D590-ED37-0EB8CF3AD9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03" r="20199" b="-2"/>
          <a:stretch>
            <a:fillRect/>
          </a:stretch>
        </p:blipFill>
        <p:spPr>
          <a:xfrm>
            <a:off x="6859936" y="-2"/>
            <a:ext cx="5332064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2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Financial graphs on a dark display">
            <a:extLst>
              <a:ext uri="{FF2B5EF4-FFF2-40B4-BE49-F238E27FC236}">
                <a16:creationId xmlns:a16="http://schemas.microsoft.com/office/drawing/2014/main" xmlns="" id="{6443DF80-1E49-2BE3-6148-9379B81447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68" r="20876" b="-1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AEC69F-489C-7F85-C5CA-4C904894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634" y="332450"/>
            <a:ext cx="6754447" cy="1471622"/>
          </a:xfrm>
        </p:spPr>
        <p:txBody>
          <a:bodyPr anchor="b">
            <a:normAutofit/>
          </a:bodyPr>
          <a:lstStyle/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07573A41-1F92-92BC-7797-197364AE31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94637" y="1940001"/>
            <a:ext cx="6754446" cy="383459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Purpose: investigate global demographic indicators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"all_indicators.csv" provided by module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variables: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Age in 2021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Death Rate in 2021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Type: Correlation analysis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important: ageing population impacts health &amp; mortality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1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86692-D81C-E934-E33B-D3B5A045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Question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5F71AF97-9CCF-07DC-2BD5-F84249C2AF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8271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32FF329-3A87-4F66-BA01-91CD63C811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Office building overlayed with stock market graphs">
            <a:extLst>
              <a:ext uri="{FF2B5EF4-FFF2-40B4-BE49-F238E27FC236}">
                <a16:creationId xmlns:a16="http://schemas.microsoft.com/office/drawing/2014/main" xmlns="" id="{D07E25CD-4D3E-96E0-C21F-4C7613B0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830" r="1165"/>
          <a:stretch>
            <a:fillRect/>
          </a:stretch>
        </p:blipFill>
        <p:spPr>
          <a:xfrm>
            <a:off x="20" y="719747"/>
            <a:ext cx="4458058" cy="53896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60623D-679E-B8FF-5322-328C616A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472" y="1056362"/>
            <a:ext cx="6627226" cy="1154102"/>
          </a:xfrm>
        </p:spPr>
        <p:txBody>
          <a:bodyPr>
            <a:normAutofit/>
          </a:bodyPr>
          <a:lstStyle/>
          <a:p>
            <a:r>
              <a:rPr lang="en-IN" dirty="0"/>
              <a:t>Dataset Description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6B62BD69-E68A-5B70-E656-8A3B569A7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21857" y="2268656"/>
            <a:ext cx="6627226" cy="35059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dataset containing indicators for ~220 countries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 used: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Med_Age.YR2021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Death.YR2021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Cleaning steps: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Selected only required columns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size after cleaning: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222 observations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DA79AE-C102-B533-0951-6D7D47784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 fontScale="90000"/>
          </a:bodyPr>
          <a:lstStyle/>
          <a:p>
            <a:r>
              <a:rPr lang="en-IN" dirty="0"/>
              <a:t>Data Visualization (Scatter Plot)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060C0F7-61A6-4E64-A77E-AFBD811273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4659C55-9BE3-1D7B-1572-D2F080635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3229121"/>
            <a:ext cx="3616073" cy="2545473"/>
          </a:xfrm>
        </p:spPr>
        <p:txBody>
          <a:bodyPr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shows increasing trend</a:t>
            </a:r>
          </a:p>
          <a:p>
            <a:pPr>
              <a:lnSpc>
                <a:spcPct val="130000"/>
              </a:lnSpc>
            </a:pPr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 observed visually</a:t>
            </a:r>
          </a:p>
          <a:p>
            <a:pPr>
              <a:lnSpc>
                <a:spcPct val="130000"/>
              </a:lnSpc>
            </a:pPr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line indicates upward slope</a:t>
            </a:r>
          </a:p>
          <a:p>
            <a:pPr>
              <a:lnSpc>
                <a:spcPct val="130000"/>
              </a:lnSpc>
            </a:pPr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minimal</a:t>
            </a:r>
          </a:p>
          <a:p>
            <a:pPr>
              <a:lnSpc>
                <a:spcPct val="130000"/>
              </a:lnSpc>
            </a:pPr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suggests older median age = higher death rate</a:t>
            </a:r>
          </a:p>
          <a:p>
            <a:pPr>
              <a:lnSpc>
                <a:spcPct val="130000"/>
              </a:lnSpc>
            </a:pPr>
            <a:endParaRPr lang="en-I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62479D0-7687-ED85-89DF-673CCE6F84E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88714" y="1653807"/>
            <a:ext cx="6514470" cy="355038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1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7235" y="758246"/>
            <a:ext cx="4658480" cy="53863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E9DA59-8202-61EE-DB04-6882CBF2F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072110"/>
            <a:ext cx="3611029" cy="1862345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IN" sz="2500"/>
              <a:t>Data Visualization (Histogram)</a:t>
            </a:r>
            <a:br>
              <a:rPr lang="en-IN" sz="2500"/>
            </a:br>
            <a:endParaRPr lang="en-IN" sz="25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060C0F7-61A6-4E64-A77E-AFBD8112735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684060" y="0"/>
            <a:ext cx="7507940" cy="76522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4A9AA5-76F7-2C7F-D741-BF95CC0F1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74" y="2934455"/>
            <a:ext cx="3616073" cy="2840139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of Median Age (2021):</a:t>
            </a:r>
          </a:p>
          <a:p>
            <a:pPr>
              <a:lnSpc>
                <a:spcPct val="130000"/>
              </a:lnSpc>
            </a:pPr>
            <a:r>
              <a:rPr 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is slightly right-skewed</a:t>
            </a:r>
          </a:p>
          <a:p>
            <a:pPr>
              <a:lnSpc>
                <a:spcPct val="130000"/>
              </a:lnSpc>
            </a:pPr>
            <a:r>
              <a:rPr 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countries have median age between 25–40</a:t>
            </a:r>
          </a:p>
          <a:p>
            <a:pPr>
              <a:lnSpc>
                <a:spcPct val="130000"/>
              </a:lnSpc>
            </a:pPr>
            <a:r>
              <a:rPr 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countries have ages above 45</a:t>
            </a:r>
          </a:p>
          <a:p>
            <a:pPr>
              <a:lnSpc>
                <a:spcPct val="130000"/>
              </a:lnSpc>
            </a:pPr>
            <a:r>
              <a:rPr lang="en-GB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demographic diversity across regions</a:t>
            </a:r>
          </a:p>
          <a:p>
            <a:pPr>
              <a:lnSpc>
                <a:spcPct val="130000"/>
              </a:lnSpc>
            </a:pPr>
            <a:endParaRPr lang="en-IN" sz="1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xmlns="" id="{3E3300D3-8C09-5645-F2FF-5B65478C5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714" y="1556090"/>
            <a:ext cx="6514470" cy="374582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6" y="6144564"/>
            <a:ext cx="4656246" cy="713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715122" y="6167615"/>
            <a:ext cx="747382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5624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71343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290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17C137-A2AF-BE40-6038-DF36D5356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Statistical Analysis</a:t>
            </a:r>
            <a:endParaRPr lang="en-IN" dirty="0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xmlns="" id="{E90230F1-23C8-272E-BCD0-FE31342DA3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76671" y="705113"/>
          <a:ext cx="6172412" cy="51974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44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xmlns="" id="{CE81BA94-1AEE-ADCC-04FE-FC13BE1BE9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72" r="18815" b="-2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426076" y="0"/>
            <a:ext cx="7765922" cy="616761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FA32EE-630C-E65A-BD4C-5CB89FBD5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634" y="332450"/>
            <a:ext cx="6754447" cy="1471622"/>
          </a:xfrm>
        </p:spPr>
        <p:txBody>
          <a:bodyPr anchor="b">
            <a:normAutofit/>
          </a:bodyPr>
          <a:lstStyle/>
          <a:p>
            <a:pPr>
              <a:lnSpc>
                <a:spcPct val="140000"/>
              </a:lnSpc>
            </a:pPr>
            <a:r>
              <a:rPr lang="en-IN" sz="3100" dirty="0"/>
              <a:t>Regression Model 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1753806"/>
            <a:ext cx="442569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B715C3-1038-CC31-BB8E-A06F90944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637" y="1940001"/>
            <a:ext cx="6754446" cy="3834594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GB" dirty="0"/>
              <a:t>From </a:t>
            </a:r>
            <a:r>
              <a:rPr lang="en-GB" dirty="0" err="1"/>
              <a:t>lm</a:t>
            </a:r>
            <a:r>
              <a:rPr lang="en-GB" dirty="0"/>
              <a:t>() output:</a:t>
            </a:r>
          </a:p>
          <a:p>
            <a:pPr>
              <a:lnSpc>
                <a:spcPct val="130000"/>
              </a:lnSpc>
            </a:pPr>
            <a:r>
              <a:rPr lang="en-GB" dirty="0"/>
              <a:t>Slope coefficient: 0.11214</a:t>
            </a:r>
          </a:p>
          <a:p>
            <a:pPr>
              <a:lnSpc>
                <a:spcPct val="130000"/>
              </a:lnSpc>
            </a:pPr>
            <a:r>
              <a:rPr lang="en-GB" dirty="0"/>
              <a:t>Meaning: for every +1 increase in median age → death rate increases by 0.11 units</a:t>
            </a:r>
          </a:p>
          <a:p>
            <a:pPr>
              <a:lnSpc>
                <a:spcPct val="130000"/>
              </a:lnSpc>
            </a:pPr>
            <a:r>
              <a:rPr lang="en-GB" dirty="0"/>
              <a:t>R² = 0.090 → 9% of variation explained</a:t>
            </a:r>
          </a:p>
          <a:p>
            <a:pPr>
              <a:lnSpc>
                <a:spcPct val="130000"/>
              </a:lnSpc>
            </a:pPr>
            <a:r>
              <a:rPr lang="en-GB" dirty="0"/>
              <a:t>Interpretation:</a:t>
            </a:r>
          </a:p>
          <a:p>
            <a:pPr lvl="1">
              <a:lnSpc>
                <a:spcPct val="130000"/>
              </a:lnSpc>
            </a:pPr>
            <a:r>
              <a:rPr lang="en-GB" dirty="0"/>
              <a:t>Median age matters</a:t>
            </a:r>
          </a:p>
          <a:p>
            <a:pPr lvl="1">
              <a:lnSpc>
                <a:spcPct val="130000"/>
              </a:lnSpc>
            </a:pPr>
            <a:r>
              <a:rPr lang="en-GB" dirty="0"/>
              <a:t>But other factors also influence death rate</a:t>
            </a:r>
          </a:p>
          <a:p>
            <a:pPr>
              <a:lnSpc>
                <a:spcPct val="130000"/>
              </a:lnSpc>
            </a:pP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851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72526924-84D3-45FB-A5FE-62D8FCBF53B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5C2A6256-1DD0-4E4B-A8B3-9A711B4DBE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1760540-185E-4652-BFD2-9B362EF3BC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8FE053-C32A-E144-F6E8-4D004DDF9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371" y="1044054"/>
            <a:ext cx="10013709" cy="103036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Group Contribution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29789F4-85C1-41A0-83EB-992E22210C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D9D367D-6DD2-4A7C-8918-0DCAC297559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30B25E0E-7AC2-FC1A-6B1D-0C5372CC7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8681644"/>
              </p:ext>
            </p:extLst>
          </p:nvPr>
        </p:nvGraphicFramePr>
        <p:xfrm>
          <a:off x="1713976" y="2887824"/>
          <a:ext cx="9835087" cy="3357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113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6186DD79-F4CA-4DD7-9C78-AC180665FA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1495508"/>
            <a:ext cx="4426072" cy="43680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FEDA1-491F-98C5-8E27-FF56950F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18" y="1952825"/>
            <a:ext cx="3411973" cy="363569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-1"/>
            <a:ext cx="4426072" cy="151447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426076" y="1514475"/>
            <a:ext cx="7765922" cy="435699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1501324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3051" y="5863306"/>
            <a:ext cx="12192001" cy="994694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580746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67B59C2-D43A-1425-70C1-06815B7AE4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7909" y="1952825"/>
            <a:ext cx="6431173" cy="363569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Median age and death rate show a significant positive correlation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Older populations experience higher mortality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is moderate → more variables should be explored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life expectancy, healthcare quality, fertility rates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trends across multiple years</a:t>
            </a:r>
          </a:p>
          <a:p>
            <a:pPr marL="0" marR="0" lvl="0" indent="0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limitations: single-year data, linear model only</a:t>
            </a:r>
          </a:p>
        </p:txBody>
      </p:sp>
    </p:spTree>
    <p:extLst>
      <p:ext uri="{BB962C8B-B14F-4D97-AF65-F5344CB8AC3E}">
        <p14:creationId xmlns:p14="http://schemas.microsoft.com/office/powerpoint/2010/main" val="3976747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99405E2-1A96-4DBA-A9DC-4C2A1B421CA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32FF329-3A87-4F66-BA01-91CD63C8119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-2" y="0"/>
            <a:ext cx="4420926" cy="68381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xmlns="" id="{65BD58F8-4BC2-FB87-A5BC-DAEB168171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29" r="15436" b="2"/>
          <a:stretch>
            <a:fillRect/>
          </a:stretch>
        </p:blipFill>
        <p:spPr>
          <a:xfrm>
            <a:off x="20" y="719747"/>
            <a:ext cx="4458058" cy="53896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CF4857D-F003-4CA1-82AB-00900B1008B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0" y="6146359"/>
            <a:ext cx="4426072" cy="71164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9855050-A75B-4DD0-9B56-8B1C7722D88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426076" y="748578"/>
            <a:ext cx="7765922" cy="541903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E6738EB-6FF0-4AF9-8462-57F4494B88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8774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52518-025E-4DC5-EFCB-AD6D87361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1857" y="2268656"/>
            <a:ext cx="6627226" cy="3505938"/>
          </a:xfrm>
        </p:spPr>
        <p:txBody>
          <a:bodyPr anchor="t">
            <a:normAutofit/>
          </a:bodyPr>
          <a:lstStyle/>
          <a:p>
            <a:r>
              <a:rPr lang="en-IN" sz="4000" dirty="0"/>
              <a:t>THANKYOU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DB791336-FCAA-4174-9303-B3F3748611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4394069" y="6167615"/>
            <a:ext cx="7794882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CA212158-300D-44D0-9CCE-472C3F669E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988521F4-D44A-42C5-9BDB-5CA2555409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65300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</TotalTime>
  <Words>392</Words>
  <Application>Microsoft Office PowerPoint</Application>
  <PresentationFormat>Custom</PresentationFormat>
  <Paragraphs>68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ShojiVTI</vt:lpstr>
      <vt:lpstr>Relationship Between Median Age and Death Rate (2021)</vt:lpstr>
      <vt:lpstr>Introduction</vt:lpstr>
      <vt:lpstr>Research Question</vt:lpstr>
      <vt:lpstr>Dataset Description</vt:lpstr>
      <vt:lpstr>Data Visualization (Scatter Plot)</vt:lpstr>
      <vt:lpstr>Data Visualization (Histogram) </vt:lpstr>
      <vt:lpstr>Statistical Analysis</vt:lpstr>
      <vt:lpstr>Regression Model Summary</vt:lpstr>
      <vt:lpstr>Group Contribution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Relationship Between Median Age and Death Rate (2021)</dc:title>
  <dc:creator>Jawed Ahamed, Fnu</dc:creator>
  <cp:lastModifiedBy>DELL</cp:lastModifiedBy>
  <cp:revision>2</cp:revision>
  <dcterms:created xsi:type="dcterms:W3CDTF">2025-12-11T17:01:59Z</dcterms:created>
  <dcterms:modified xsi:type="dcterms:W3CDTF">2025-12-11T19:59:24Z</dcterms:modified>
</cp:coreProperties>
</file>